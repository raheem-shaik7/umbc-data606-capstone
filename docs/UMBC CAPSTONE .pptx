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75" r:id="rId5"/>
    <p:sldId id="276" r:id="rId6"/>
    <p:sldId id="277" r:id="rId7"/>
    <p:sldId id="278" r:id="rId8"/>
    <p:sldId id="279" r:id="rId9"/>
    <p:sldId id="288" r:id="rId10"/>
    <p:sldId id="280" r:id="rId11"/>
    <p:sldId id="281" r:id="rId12"/>
    <p:sldId id="283" r:id="rId13"/>
    <p:sldId id="273" r:id="rId14"/>
    <p:sldId id="28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5C4AC-3AD1-B2EE-42E2-B03B78477AE0}" v="174" dt="2025-11-13T03:40:13.016"/>
    <p1510:client id="{C2680667-7DAD-E144-B144-72E95A242322}" v="14" dt="2025-11-13T22:29:38.279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4"/>
    <p:restoredTop sz="94611"/>
  </p:normalViewPr>
  <p:slideViewPr>
    <p:cSldViewPr snapToGrid="0">
      <p:cViewPr>
        <p:scale>
          <a:sx n="72" d="100"/>
          <a:sy n="72" d="100"/>
        </p:scale>
        <p:origin x="18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6" Type="http://schemas.openxmlformats.org/officeDocument/2006/relationships/image" Target="../media/image23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6" Type="http://schemas.openxmlformats.org/officeDocument/2006/relationships/image" Target="../media/image23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0CD03-EA62-4F99-A194-F66B49D50FC9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F03DDE-75F5-415C-AA08-74B20462BB2F}">
      <dgm:prSet/>
      <dgm:spPr/>
      <dgm:t>
        <a:bodyPr/>
        <a:lstStyle/>
        <a:p>
          <a:r>
            <a:rPr lang="en-US"/>
            <a:t>Pneumonia is one of the leading causes of hospitalization and mortality.</a:t>
          </a:r>
          <a:br>
            <a:rPr lang="en-US"/>
          </a:br>
          <a:r>
            <a:rPr lang="en-US"/>
            <a:t>Chest X-ray interpretation is:</a:t>
          </a:r>
        </a:p>
      </dgm:t>
    </dgm:pt>
    <dgm:pt modelId="{1B6BF0C9-D34B-4485-A3AB-72B3FFC6BA68}" type="parTrans" cxnId="{995CDAEB-824B-4945-9BBB-A04F627A5F8B}">
      <dgm:prSet/>
      <dgm:spPr/>
      <dgm:t>
        <a:bodyPr/>
        <a:lstStyle/>
        <a:p>
          <a:endParaRPr lang="en-US"/>
        </a:p>
      </dgm:t>
    </dgm:pt>
    <dgm:pt modelId="{963662E4-AF34-455B-B065-C09DB541B29C}" type="sibTrans" cxnId="{995CDAEB-824B-4945-9BBB-A04F627A5F8B}">
      <dgm:prSet/>
      <dgm:spPr/>
      <dgm:t>
        <a:bodyPr/>
        <a:lstStyle/>
        <a:p>
          <a:endParaRPr lang="en-US"/>
        </a:p>
      </dgm:t>
    </dgm:pt>
    <dgm:pt modelId="{A1D072B9-D6FA-4EEA-BB04-41A7537781D6}">
      <dgm:prSet/>
      <dgm:spPr/>
      <dgm:t>
        <a:bodyPr/>
        <a:lstStyle/>
        <a:p>
          <a:r>
            <a:rPr lang="en-US"/>
            <a:t>Time-consuming</a:t>
          </a:r>
        </a:p>
      </dgm:t>
    </dgm:pt>
    <dgm:pt modelId="{B489CD3C-0EE9-4E3C-9DB9-25F6D2265105}" type="parTrans" cxnId="{1A8B6CCC-64A4-4953-A612-15CD7A17F82C}">
      <dgm:prSet/>
      <dgm:spPr/>
      <dgm:t>
        <a:bodyPr/>
        <a:lstStyle/>
        <a:p>
          <a:endParaRPr lang="en-US"/>
        </a:p>
      </dgm:t>
    </dgm:pt>
    <dgm:pt modelId="{31F5C686-2971-4EE3-9577-F6AF6EACE7D0}" type="sibTrans" cxnId="{1A8B6CCC-64A4-4953-A612-15CD7A17F82C}">
      <dgm:prSet/>
      <dgm:spPr/>
      <dgm:t>
        <a:bodyPr/>
        <a:lstStyle/>
        <a:p>
          <a:endParaRPr lang="en-US"/>
        </a:p>
      </dgm:t>
    </dgm:pt>
    <dgm:pt modelId="{BC272EA1-335A-4B23-AC1D-9CBC4D022000}">
      <dgm:prSet/>
      <dgm:spPr/>
      <dgm:t>
        <a:bodyPr/>
        <a:lstStyle/>
        <a:p>
          <a:r>
            <a:rPr lang="en-US"/>
            <a:t>Requires expert radiologists</a:t>
          </a:r>
        </a:p>
      </dgm:t>
    </dgm:pt>
    <dgm:pt modelId="{A314862F-0C3A-40B7-9D0E-786D40EBFBEB}" type="parTrans" cxnId="{91E9AEB9-3C94-4847-85D7-F7C2E99DDF77}">
      <dgm:prSet/>
      <dgm:spPr/>
      <dgm:t>
        <a:bodyPr/>
        <a:lstStyle/>
        <a:p>
          <a:endParaRPr lang="en-US"/>
        </a:p>
      </dgm:t>
    </dgm:pt>
    <dgm:pt modelId="{EC88A8F9-C7CA-4201-8B07-F20318AF74C8}" type="sibTrans" cxnId="{91E9AEB9-3C94-4847-85D7-F7C2E99DDF77}">
      <dgm:prSet/>
      <dgm:spPr/>
      <dgm:t>
        <a:bodyPr/>
        <a:lstStyle/>
        <a:p>
          <a:endParaRPr lang="en-US"/>
        </a:p>
      </dgm:t>
    </dgm:pt>
    <dgm:pt modelId="{658D2CF8-1CA3-48DD-BBBA-AF4D5428153F}">
      <dgm:prSet/>
      <dgm:spPr/>
      <dgm:t>
        <a:bodyPr/>
        <a:lstStyle/>
        <a:p>
          <a:r>
            <a:rPr lang="en-US"/>
            <a:t>Subjective, sometimes inconsistent</a:t>
          </a:r>
        </a:p>
      </dgm:t>
    </dgm:pt>
    <dgm:pt modelId="{17853F52-36DE-4512-B43E-A0EE4312289D}" type="parTrans" cxnId="{CC861D34-BAC0-454C-955A-AE6FF7ADF876}">
      <dgm:prSet/>
      <dgm:spPr/>
      <dgm:t>
        <a:bodyPr/>
        <a:lstStyle/>
        <a:p>
          <a:endParaRPr lang="en-US"/>
        </a:p>
      </dgm:t>
    </dgm:pt>
    <dgm:pt modelId="{C15EC432-56F2-4775-9B04-3DBD37AFABBE}" type="sibTrans" cxnId="{CC861D34-BAC0-454C-955A-AE6FF7ADF876}">
      <dgm:prSet/>
      <dgm:spPr/>
      <dgm:t>
        <a:bodyPr/>
        <a:lstStyle/>
        <a:p>
          <a:endParaRPr lang="en-US"/>
        </a:p>
      </dgm:t>
    </dgm:pt>
    <dgm:pt modelId="{2928052A-2C6B-407A-B915-B0479D542433}">
      <dgm:prSet/>
      <dgm:spPr/>
      <dgm:t>
        <a:bodyPr/>
        <a:lstStyle/>
        <a:p>
          <a:r>
            <a:rPr lang="en-US" b="1"/>
            <a:t>Goal:</a:t>
          </a:r>
          <a:endParaRPr lang="en-US"/>
        </a:p>
      </dgm:t>
    </dgm:pt>
    <dgm:pt modelId="{3AA5B695-620A-4DCD-B4AB-9E8B7B6C9A95}" type="parTrans" cxnId="{3E925E92-C08F-4BD6-B78E-C1B7A4441814}">
      <dgm:prSet/>
      <dgm:spPr/>
      <dgm:t>
        <a:bodyPr/>
        <a:lstStyle/>
        <a:p>
          <a:endParaRPr lang="en-US"/>
        </a:p>
      </dgm:t>
    </dgm:pt>
    <dgm:pt modelId="{030412E8-FC71-4760-A436-2482681D4D4D}" type="sibTrans" cxnId="{3E925E92-C08F-4BD6-B78E-C1B7A4441814}">
      <dgm:prSet/>
      <dgm:spPr/>
      <dgm:t>
        <a:bodyPr/>
        <a:lstStyle/>
        <a:p>
          <a:endParaRPr lang="en-US"/>
        </a:p>
      </dgm:t>
    </dgm:pt>
    <dgm:pt modelId="{76C6BD28-50BE-443C-82A6-9FCC09985C15}">
      <dgm:prSet/>
      <dgm:spPr/>
      <dgm:t>
        <a:bodyPr/>
        <a:lstStyle/>
        <a:p>
          <a:r>
            <a:rPr lang="en-US" dirty="0"/>
            <a:t>Build a </a:t>
          </a:r>
          <a:r>
            <a:rPr lang="en-US" b="1" dirty="0"/>
            <a:t>deep learning model</a:t>
          </a:r>
          <a:r>
            <a:rPr lang="en-US" dirty="0"/>
            <a:t> that automatically classifies X-ray images into:</a:t>
          </a:r>
        </a:p>
      </dgm:t>
    </dgm:pt>
    <dgm:pt modelId="{5A38E7AE-AA5E-485D-A7EF-50F58E7A0FDD}" type="parTrans" cxnId="{72870977-A2F2-47C8-95A1-890AE008903A}">
      <dgm:prSet/>
      <dgm:spPr/>
      <dgm:t>
        <a:bodyPr/>
        <a:lstStyle/>
        <a:p>
          <a:endParaRPr lang="en-US"/>
        </a:p>
      </dgm:t>
    </dgm:pt>
    <dgm:pt modelId="{CD9E8FC9-3CED-476B-934B-6D36222E2614}" type="sibTrans" cxnId="{72870977-A2F2-47C8-95A1-890AE008903A}">
      <dgm:prSet/>
      <dgm:spPr/>
      <dgm:t>
        <a:bodyPr/>
        <a:lstStyle/>
        <a:p>
          <a:endParaRPr lang="en-US"/>
        </a:p>
      </dgm:t>
    </dgm:pt>
    <dgm:pt modelId="{D11AD938-A717-4303-BD82-6BD8B7D34E60}">
      <dgm:prSet/>
      <dgm:spPr/>
      <dgm:t>
        <a:bodyPr/>
        <a:lstStyle/>
        <a:p>
          <a:r>
            <a:rPr lang="en-US" b="1"/>
            <a:t>Normal</a:t>
          </a:r>
          <a:endParaRPr lang="en-US"/>
        </a:p>
      </dgm:t>
    </dgm:pt>
    <dgm:pt modelId="{5FB5F803-5B1D-48A8-802E-F4014030FB52}" type="parTrans" cxnId="{6E896E82-C4C1-400E-95D4-D8225753CD3B}">
      <dgm:prSet/>
      <dgm:spPr/>
      <dgm:t>
        <a:bodyPr/>
        <a:lstStyle/>
        <a:p>
          <a:endParaRPr lang="en-US"/>
        </a:p>
      </dgm:t>
    </dgm:pt>
    <dgm:pt modelId="{E8D35756-2C52-41E8-BEDC-B1A0E80EEB31}" type="sibTrans" cxnId="{6E896E82-C4C1-400E-95D4-D8225753CD3B}">
      <dgm:prSet/>
      <dgm:spPr/>
      <dgm:t>
        <a:bodyPr/>
        <a:lstStyle/>
        <a:p>
          <a:endParaRPr lang="en-US"/>
        </a:p>
      </dgm:t>
    </dgm:pt>
    <dgm:pt modelId="{5D5D039A-DD43-435A-B3CC-9BDB4FFD248C}">
      <dgm:prSet/>
      <dgm:spPr/>
      <dgm:t>
        <a:bodyPr/>
        <a:lstStyle/>
        <a:p>
          <a:r>
            <a:rPr lang="en-US" b="1"/>
            <a:t>Pneumonia</a:t>
          </a:r>
          <a:endParaRPr lang="en-US"/>
        </a:p>
      </dgm:t>
    </dgm:pt>
    <dgm:pt modelId="{A291E3C7-0983-4725-98E0-F512E9DB3143}" type="parTrans" cxnId="{AFE94003-83C6-4262-8EC2-79CFC11C6C8A}">
      <dgm:prSet/>
      <dgm:spPr/>
      <dgm:t>
        <a:bodyPr/>
        <a:lstStyle/>
        <a:p>
          <a:endParaRPr lang="en-US"/>
        </a:p>
      </dgm:t>
    </dgm:pt>
    <dgm:pt modelId="{39C9B395-1010-4193-967D-21F5E5F4EA25}" type="sibTrans" cxnId="{AFE94003-83C6-4262-8EC2-79CFC11C6C8A}">
      <dgm:prSet/>
      <dgm:spPr/>
      <dgm:t>
        <a:bodyPr/>
        <a:lstStyle/>
        <a:p>
          <a:endParaRPr lang="en-US"/>
        </a:p>
      </dgm:t>
    </dgm:pt>
    <dgm:pt modelId="{2E836D13-60A1-4798-9C0F-CAB4DBF7E7F0}" type="pres">
      <dgm:prSet presAssocID="{4AF0CD03-EA62-4F99-A194-F66B49D50FC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55C936-038D-42F6-806A-7FF01D8C40B5}" type="pres">
      <dgm:prSet presAssocID="{46F03DDE-75F5-415C-AA08-74B20462BB2F}" presName="hierRoot1" presStyleCnt="0"/>
      <dgm:spPr/>
    </dgm:pt>
    <dgm:pt modelId="{479EFF87-B8AB-4638-A045-849BAAF48FCA}" type="pres">
      <dgm:prSet presAssocID="{46F03DDE-75F5-415C-AA08-74B20462BB2F}" presName="composite" presStyleCnt="0"/>
      <dgm:spPr/>
    </dgm:pt>
    <dgm:pt modelId="{9FD89361-0347-4836-98EA-68AC3B6B5283}" type="pres">
      <dgm:prSet presAssocID="{46F03DDE-75F5-415C-AA08-74B20462BB2F}" presName="background" presStyleLbl="node0" presStyleIdx="0" presStyleCnt="5"/>
      <dgm:spPr/>
    </dgm:pt>
    <dgm:pt modelId="{9AC6CB82-6DC1-414C-AA58-D1EC2DE66D2C}" type="pres">
      <dgm:prSet presAssocID="{46F03DDE-75F5-415C-AA08-74B20462BB2F}" presName="text" presStyleLbl="fgAcc0" presStyleIdx="0" presStyleCnt="5">
        <dgm:presLayoutVars>
          <dgm:chPref val="3"/>
        </dgm:presLayoutVars>
      </dgm:prSet>
      <dgm:spPr/>
    </dgm:pt>
    <dgm:pt modelId="{1E0DFA50-46CB-4FA7-9C83-6C29834A6C3A}" type="pres">
      <dgm:prSet presAssocID="{46F03DDE-75F5-415C-AA08-74B20462BB2F}" presName="hierChild2" presStyleCnt="0"/>
      <dgm:spPr/>
    </dgm:pt>
    <dgm:pt modelId="{83AA1691-215F-4F7E-AA9B-C45772A60B43}" type="pres">
      <dgm:prSet presAssocID="{A1D072B9-D6FA-4EEA-BB04-41A7537781D6}" presName="hierRoot1" presStyleCnt="0"/>
      <dgm:spPr/>
    </dgm:pt>
    <dgm:pt modelId="{520E79BC-E237-4817-92F4-2EA41AE7622E}" type="pres">
      <dgm:prSet presAssocID="{A1D072B9-D6FA-4EEA-BB04-41A7537781D6}" presName="composite" presStyleCnt="0"/>
      <dgm:spPr/>
    </dgm:pt>
    <dgm:pt modelId="{4B3592F6-CC49-4EE8-B5F1-C8FF9F2299C1}" type="pres">
      <dgm:prSet presAssocID="{A1D072B9-D6FA-4EEA-BB04-41A7537781D6}" presName="background" presStyleLbl="node0" presStyleIdx="1" presStyleCnt="5"/>
      <dgm:spPr/>
    </dgm:pt>
    <dgm:pt modelId="{0A9EC33B-FC7F-46C3-A9C5-77DBBA583057}" type="pres">
      <dgm:prSet presAssocID="{A1D072B9-D6FA-4EEA-BB04-41A7537781D6}" presName="text" presStyleLbl="fgAcc0" presStyleIdx="1" presStyleCnt="5">
        <dgm:presLayoutVars>
          <dgm:chPref val="3"/>
        </dgm:presLayoutVars>
      </dgm:prSet>
      <dgm:spPr/>
    </dgm:pt>
    <dgm:pt modelId="{3D93988D-E0CB-4C6A-9643-70F6376B84BD}" type="pres">
      <dgm:prSet presAssocID="{A1D072B9-D6FA-4EEA-BB04-41A7537781D6}" presName="hierChild2" presStyleCnt="0"/>
      <dgm:spPr/>
    </dgm:pt>
    <dgm:pt modelId="{2BFF356B-E4E4-43D9-85A0-8FC25D6406B6}" type="pres">
      <dgm:prSet presAssocID="{BC272EA1-335A-4B23-AC1D-9CBC4D022000}" presName="hierRoot1" presStyleCnt="0"/>
      <dgm:spPr/>
    </dgm:pt>
    <dgm:pt modelId="{BB4B038A-4CE1-4C6E-9EA5-8AFA8A37BE27}" type="pres">
      <dgm:prSet presAssocID="{BC272EA1-335A-4B23-AC1D-9CBC4D022000}" presName="composite" presStyleCnt="0"/>
      <dgm:spPr/>
    </dgm:pt>
    <dgm:pt modelId="{E88C3F8E-3A57-44BC-9475-50B577715598}" type="pres">
      <dgm:prSet presAssocID="{BC272EA1-335A-4B23-AC1D-9CBC4D022000}" presName="background" presStyleLbl="node0" presStyleIdx="2" presStyleCnt="5"/>
      <dgm:spPr/>
    </dgm:pt>
    <dgm:pt modelId="{C9230D5C-BDA1-449F-BB9F-B0021A344486}" type="pres">
      <dgm:prSet presAssocID="{BC272EA1-335A-4B23-AC1D-9CBC4D022000}" presName="text" presStyleLbl="fgAcc0" presStyleIdx="2" presStyleCnt="5">
        <dgm:presLayoutVars>
          <dgm:chPref val="3"/>
        </dgm:presLayoutVars>
      </dgm:prSet>
      <dgm:spPr/>
    </dgm:pt>
    <dgm:pt modelId="{D4F5E55E-D219-4B51-8B79-3893155D1169}" type="pres">
      <dgm:prSet presAssocID="{BC272EA1-335A-4B23-AC1D-9CBC4D022000}" presName="hierChild2" presStyleCnt="0"/>
      <dgm:spPr/>
    </dgm:pt>
    <dgm:pt modelId="{D754D1AF-20C3-4E30-A812-9C2943292466}" type="pres">
      <dgm:prSet presAssocID="{658D2CF8-1CA3-48DD-BBBA-AF4D5428153F}" presName="hierRoot1" presStyleCnt="0"/>
      <dgm:spPr/>
    </dgm:pt>
    <dgm:pt modelId="{3049A621-CE36-4920-AB67-8B1AEB654B94}" type="pres">
      <dgm:prSet presAssocID="{658D2CF8-1CA3-48DD-BBBA-AF4D5428153F}" presName="composite" presStyleCnt="0"/>
      <dgm:spPr/>
    </dgm:pt>
    <dgm:pt modelId="{56C4B5FB-76FB-4253-9657-625D8964DD9B}" type="pres">
      <dgm:prSet presAssocID="{658D2CF8-1CA3-48DD-BBBA-AF4D5428153F}" presName="background" presStyleLbl="node0" presStyleIdx="3" presStyleCnt="5"/>
      <dgm:spPr/>
    </dgm:pt>
    <dgm:pt modelId="{82DF5B23-D694-48AE-A227-6BF3E15846C1}" type="pres">
      <dgm:prSet presAssocID="{658D2CF8-1CA3-48DD-BBBA-AF4D5428153F}" presName="text" presStyleLbl="fgAcc0" presStyleIdx="3" presStyleCnt="5">
        <dgm:presLayoutVars>
          <dgm:chPref val="3"/>
        </dgm:presLayoutVars>
      </dgm:prSet>
      <dgm:spPr/>
    </dgm:pt>
    <dgm:pt modelId="{87C535E3-CC5D-4CD2-A171-A872CB115021}" type="pres">
      <dgm:prSet presAssocID="{658D2CF8-1CA3-48DD-BBBA-AF4D5428153F}" presName="hierChild2" presStyleCnt="0"/>
      <dgm:spPr/>
    </dgm:pt>
    <dgm:pt modelId="{856B8DB3-5353-48BC-9742-AAE0CD571E51}" type="pres">
      <dgm:prSet presAssocID="{2928052A-2C6B-407A-B915-B0479D542433}" presName="hierRoot1" presStyleCnt="0"/>
      <dgm:spPr/>
    </dgm:pt>
    <dgm:pt modelId="{9A193975-CCD4-41B9-A744-B3F05E9D8169}" type="pres">
      <dgm:prSet presAssocID="{2928052A-2C6B-407A-B915-B0479D542433}" presName="composite" presStyleCnt="0"/>
      <dgm:spPr/>
    </dgm:pt>
    <dgm:pt modelId="{FAB4509F-ADD0-46CE-A254-8794AA7A51FE}" type="pres">
      <dgm:prSet presAssocID="{2928052A-2C6B-407A-B915-B0479D542433}" presName="background" presStyleLbl="node0" presStyleIdx="4" presStyleCnt="5"/>
      <dgm:spPr/>
    </dgm:pt>
    <dgm:pt modelId="{3DDA1A59-D562-403C-BFED-AFB0F7A40998}" type="pres">
      <dgm:prSet presAssocID="{2928052A-2C6B-407A-B915-B0479D542433}" presName="text" presStyleLbl="fgAcc0" presStyleIdx="4" presStyleCnt="5">
        <dgm:presLayoutVars>
          <dgm:chPref val="3"/>
        </dgm:presLayoutVars>
      </dgm:prSet>
      <dgm:spPr/>
    </dgm:pt>
    <dgm:pt modelId="{BEE40318-09D0-415C-886F-E086A65A5923}" type="pres">
      <dgm:prSet presAssocID="{2928052A-2C6B-407A-B915-B0479D542433}" presName="hierChild2" presStyleCnt="0"/>
      <dgm:spPr/>
    </dgm:pt>
    <dgm:pt modelId="{09DB579D-69A4-49D3-B41B-5979C9708FEE}" type="pres">
      <dgm:prSet presAssocID="{5A38E7AE-AA5E-485D-A7EF-50F58E7A0FDD}" presName="Name10" presStyleLbl="parChTrans1D2" presStyleIdx="0" presStyleCnt="3"/>
      <dgm:spPr/>
    </dgm:pt>
    <dgm:pt modelId="{2D95116F-853B-4FCD-BBA4-FBA03426D957}" type="pres">
      <dgm:prSet presAssocID="{76C6BD28-50BE-443C-82A6-9FCC09985C15}" presName="hierRoot2" presStyleCnt="0"/>
      <dgm:spPr/>
    </dgm:pt>
    <dgm:pt modelId="{3D5C6711-8DE3-43EC-AEB0-AE70BFEEB73F}" type="pres">
      <dgm:prSet presAssocID="{76C6BD28-50BE-443C-82A6-9FCC09985C15}" presName="composite2" presStyleCnt="0"/>
      <dgm:spPr/>
    </dgm:pt>
    <dgm:pt modelId="{840DDD3F-EF02-4DE0-B64D-6196AA924C4A}" type="pres">
      <dgm:prSet presAssocID="{76C6BD28-50BE-443C-82A6-9FCC09985C15}" presName="background2" presStyleLbl="node2" presStyleIdx="0" presStyleCnt="3"/>
      <dgm:spPr/>
    </dgm:pt>
    <dgm:pt modelId="{A88FD5B6-148C-4D9B-B0E0-C65F3973A4B7}" type="pres">
      <dgm:prSet presAssocID="{76C6BD28-50BE-443C-82A6-9FCC09985C15}" presName="text2" presStyleLbl="fgAcc2" presStyleIdx="0" presStyleCnt="3">
        <dgm:presLayoutVars>
          <dgm:chPref val="3"/>
        </dgm:presLayoutVars>
      </dgm:prSet>
      <dgm:spPr/>
    </dgm:pt>
    <dgm:pt modelId="{6A791867-7FB0-4DC8-920E-FC8C1368A772}" type="pres">
      <dgm:prSet presAssocID="{76C6BD28-50BE-443C-82A6-9FCC09985C15}" presName="hierChild3" presStyleCnt="0"/>
      <dgm:spPr/>
    </dgm:pt>
    <dgm:pt modelId="{0FDF2C4B-128E-4D08-9562-7B2FAD3368E2}" type="pres">
      <dgm:prSet presAssocID="{5FB5F803-5B1D-48A8-802E-F4014030FB52}" presName="Name10" presStyleLbl="parChTrans1D2" presStyleIdx="1" presStyleCnt="3"/>
      <dgm:spPr/>
    </dgm:pt>
    <dgm:pt modelId="{7BFA9174-CFDA-4B12-8D7F-6F6F1AA34CEF}" type="pres">
      <dgm:prSet presAssocID="{D11AD938-A717-4303-BD82-6BD8B7D34E60}" presName="hierRoot2" presStyleCnt="0"/>
      <dgm:spPr/>
    </dgm:pt>
    <dgm:pt modelId="{243B4AB6-A06D-4DD8-801E-ABA751BFE415}" type="pres">
      <dgm:prSet presAssocID="{D11AD938-A717-4303-BD82-6BD8B7D34E60}" presName="composite2" presStyleCnt="0"/>
      <dgm:spPr/>
    </dgm:pt>
    <dgm:pt modelId="{70A80E8A-E4A3-49B6-BAAC-F44310E28B97}" type="pres">
      <dgm:prSet presAssocID="{D11AD938-A717-4303-BD82-6BD8B7D34E60}" presName="background2" presStyleLbl="node2" presStyleIdx="1" presStyleCnt="3"/>
      <dgm:spPr/>
    </dgm:pt>
    <dgm:pt modelId="{B041E688-8FC1-438B-84EB-0B38A478BF17}" type="pres">
      <dgm:prSet presAssocID="{D11AD938-A717-4303-BD82-6BD8B7D34E60}" presName="text2" presStyleLbl="fgAcc2" presStyleIdx="1" presStyleCnt="3">
        <dgm:presLayoutVars>
          <dgm:chPref val="3"/>
        </dgm:presLayoutVars>
      </dgm:prSet>
      <dgm:spPr/>
    </dgm:pt>
    <dgm:pt modelId="{ED8534B5-DEFC-4704-8B4A-FC294CD7BDDC}" type="pres">
      <dgm:prSet presAssocID="{D11AD938-A717-4303-BD82-6BD8B7D34E60}" presName="hierChild3" presStyleCnt="0"/>
      <dgm:spPr/>
    </dgm:pt>
    <dgm:pt modelId="{0F03AB79-45C8-4FC3-9600-E1F456075DF7}" type="pres">
      <dgm:prSet presAssocID="{A291E3C7-0983-4725-98E0-F512E9DB3143}" presName="Name10" presStyleLbl="parChTrans1D2" presStyleIdx="2" presStyleCnt="3"/>
      <dgm:spPr/>
    </dgm:pt>
    <dgm:pt modelId="{8AEEB1D8-A01A-4AE8-A89E-501F5A7ABA3D}" type="pres">
      <dgm:prSet presAssocID="{5D5D039A-DD43-435A-B3CC-9BDB4FFD248C}" presName="hierRoot2" presStyleCnt="0"/>
      <dgm:spPr/>
    </dgm:pt>
    <dgm:pt modelId="{66821C95-5B0A-45A7-B74E-95D130C9B4AB}" type="pres">
      <dgm:prSet presAssocID="{5D5D039A-DD43-435A-B3CC-9BDB4FFD248C}" presName="composite2" presStyleCnt="0"/>
      <dgm:spPr/>
    </dgm:pt>
    <dgm:pt modelId="{6DF388A2-F06F-4AB2-8A41-5B64C4DD8CF6}" type="pres">
      <dgm:prSet presAssocID="{5D5D039A-DD43-435A-B3CC-9BDB4FFD248C}" presName="background2" presStyleLbl="node2" presStyleIdx="2" presStyleCnt="3"/>
      <dgm:spPr/>
    </dgm:pt>
    <dgm:pt modelId="{C2A596D2-D160-4FF8-8A13-F131A48B3130}" type="pres">
      <dgm:prSet presAssocID="{5D5D039A-DD43-435A-B3CC-9BDB4FFD248C}" presName="text2" presStyleLbl="fgAcc2" presStyleIdx="2" presStyleCnt="3">
        <dgm:presLayoutVars>
          <dgm:chPref val="3"/>
        </dgm:presLayoutVars>
      </dgm:prSet>
      <dgm:spPr/>
    </dgm:pt>
    <dgm:pt modelId="{43EA92D7-EFF1-4FBC-A68A-CFC6B63940EC}" type="pres">
      <dgm:prSet presAssocID="{5D5D039A-DD43-435A-B3CC-9BDB4FFD248C}" presName="hierChild3" presStyleCnt="0"/>
      <dgm:spPr/>
    </dgm:pt>
  </dgm:ptLst>
  <dgm:cxnLst>
    <dgm:cxn modelId="{AFE94003-83C6-4262-8EC2-79CFC11C6C8A}" srcId="{2928052A-2C6B-407A-B915-B0479D542433}" destId="{5D5D039A-DD43-435A-B3CC-9BDB4FFD248C}" srcOrd="2" destOrd="0" parTransId="{A291E3C7-0983-4725-98E0-F512E9DB3143}" sibTransId="{39C9B395-1010-4193-967D-21F5E5F4EA25}"/>
    <dgm:cxn modelId="{FE1F4411-9D18-47EA-8CFD-1641851633F0}" type="presOf" srcId="{D11AD938-A717-4303-BD82-6BD8B7D34E60}" destId="{B041E688-8FC1-438B-84EB-0B38A478BF17}" srcOrd="0" destOrd="0" presId="urn:microsoft.com/office/officeart/2005/8/layout/hierarchy1"/>
    <dgm:cxn modelId="{0031BB14-F754-4A50-8DCB-0AB4F53B0B92}" type="presOf" srcId="{5FB5F803-5B1D-48A8-802E-F4014030FB52}" destId="{0FDF2C4B-128E-4D08-9562-7B2FAD3368E2}" srcOrd="0" destOrd="0" presId="urn:microsoft.com/office/officeart/2005/8/layout/hierarchy1"/>
    <dgm:cxn modelId="{CC861D34-BAC0-454C-955A-AE6FF7ADF876}" srcId="{4AF0CD03-EA62-4F99-A194-F66B49D50FC9}" destId="{658D2CF8-1CA3-48DD-BBBA-AF4D5428153F}" srcOrd="3" destOrd="0" parTransId="{17853F52-36DE-4512-B43E-A0EE4312289D}" sibTransId="{C15EC432-56F2-4775-9B04-3DBD37AFABBE}"/>
    <dgm:cxn modelId="{AB217A4B-6A0D-46CB-817C-12C9FE741018}" type="presOf" srcId="{5D5D039A-DD43-435A-B3CC-9BDB4FFD248C}" destId="{C2A596D2-D160-4FF8-8A13-F131A48B3130}" srcOrd="0" destOrd="0" presId="urn:microsoft.com/office/officeart/2005/8/layout/hierarchy1"/>
    <dgm:cxn modelId="{CA745651-13EF-4D21-8F29-9010AE153E66}" type="presOf" srcId="{4AF0CD03-EA62-4F99-A194-F66B49D50FC9}" destId="{2E836D13-60A1-4798-9C0F-CAB4DBF7E7F0}" srcOrd="0" destOrd="0" presId="urn:microsoft.com/office/officeart/2005/8/layout/hierarchy1"/>
    <dgm:cxn modelId="{72870977-A2F2-47C8-95A1-890AE008903A}" srcId="{2928052A-2C6B-407A-B915-B0479D542433}" destId="{76C6BD28-50BE-443C-82A6-9FCC09985C15}" srcOrd="0" destOrd="0" parTransId="{5A38E7AE-AA5E-485D-A7EF-50F58E7A0FDD}" sibTransId="{CD9E8FC9-3CED-476B-934B-6D36222E2614}"/>
    <dgm:cxn modelId="{4B35BC80-6F7B-4B91-BC42-4CF676C5C699}" type="presOf" srcId="{46F03DDE-75F5-415C-AA08-74B20462BB2F}" destId="{9AC6CB82-6DC1-414C-AA58-D1EC2DE66D2C}" srcOrd="0" destOrd="0" presId="urn:microsoft.com/office/officeart/2005/8/layout/hierarchy1"/>
    <dgm:cxn modelId="{6E896E82-C4C1-400E-95D4-D8225753CD3B}" srcId="{2928052A-2C6B-407A-B915-B0479D542433}" destId="{D11AD938-A717-4303-BD82-6BD8B7D34E60}" srcOrd="1" destOrd="0" parTransId="{5FB5F803-5B1D-48A8-802E-F4014030FB52}" sibTransId="{E8D35756-2C52-41E8-BEDC-B1A0E80EEB31}"/>
    <dgm:cxn modelId="{854A028C-4E25-4FCA-BF00-299C32D672F2}" type="presOf" srcId="{5A38E7AE-AA5E-485D-A7EF-50F58E7A0FDD}" destId="{09DB579D-69A4-49D3-B41B-5979C9708FEE}" srcOrd="0" destOrd="0" presId="urn:microsoft.com/office/officeart/2005/8/layout/hierarchy1"/>
    <dgm:cxn modelId="{79ACEB8D-674A-431F-9365-057F5685B2A6}" type="presOf" srcId="{2928052A-2C6B-407A-B915-B0479D542433}" destId="{3DDA1A59-D562-403C-BFED-AFB0F7A40998}" srcOrd="0" destOrd="0" presId="urn:microsoft.com/office/officeart/2005/8/layout/hierarchy1"/>
    <dgm:cxn modelId="{3E925E92-C08F-4BD6-B78E-C1B7A4441814}" srcId="{4AF0CD03-EA62-4F99-A194-F66B49D50FC9}" destId="{2928052A-2C6B-407A-B915-B0479D542433}" srcOrd="4" destOrd="0" parTransId="{3AA5B695-620A-4DCD-B4AB-9E8B7B6C9A95}" sibTransId="{030412E8-FC71-4760-A436-2482681D4D4D}"/>
    <dgm:cxn modelId="{CD44CF95-18B9-4D6F-843F-AC403DB7255A}" type="presOf" srcId="{BC272EA1-335A-4B23-AC1D-9CBC4D022000}" destId="{C9230D5C-BDA1-449F-BB9F-B0021A344486}" srcOrd="0" destOrd="0" presId="urn:microsoft.com/office/officeart/2005/8/layout/hierarchy1"/>
    <dgm:cxn modelId="{DDDBB6B8-2082-423C-9C2A-BCFE893234FF}" type="presOf" srcId="{A1D072B9-D6FA-4EEA-BB04-41A7537781D6}" destId="{0A9EC33B-FC7F-46C3-A9C5-77DBBA583057}" srcOrd="0" destOrd="0" presId="urn:microsoft.com/office/officeart/2005/8/layout/hierarchy1"/>
    <dgm:cxn modelId="{91E9AEB9-3C94-4847-85D7-F7C2E99DDF77}" srcId="{4AF0CD03-EA62-4F99-A194-F66B49D50FC9}" destId="{BC272EA1-335A-4B23-AC1D-9CBC4D022000}" srcOrd="2" destOrd="0" parTransId="{A314862F-0C3A-40B7-9D0E-786D40EBFBEB}" sibTransId="{EC88A8F9-C7CA-4201-8B07-F20318AF74C8}"/>
    <dgm:cxn modelId="{2FE78BBC-50AD-44B5-A8D3-71C0CF8524DA}" type="presOf" srcId="{A291E3C7-0983-4725-98E0-F512E9DB3143}" destId="{0F03AB79-45C8-4FC3-9600-E1F456075DF7}" srcOrd="0" destOrd="0" presId="urn:microsoft.com/office/officeart/2005/8/layout/hierarchy1"/>
    <dgm:cxn modelId="{1A8B6CCC-64A4-4953-A612-15CD7A17F82C}" srcId="{4AF0CD03-EA62-4F99-A194-F66B49D50FC9}" destId="{A1D072B9-D6FA-4EEA-BB04-41A7537781D6}" srcOrd="1" destOrd="0" parTransId="{B489CD3C-0EE9-4E3C-9DB9-25F6D2265105}" sibTransId="{31F5C686-2971-4EE3-9577-F6AF6EACE7D0}"/>
    <dgm:cxn modelId="{995CDAEB-824B-4945-9BBB-A04F627A5F8B}" srcId="{4AF0CD03-EA62-4F99-A194-F66B49D50FC9}" destId="{46F03DDE-75F5-415C-AA08-74B20462BB2F}" srcOrd="0" destOrd="0" parTransId="{1B6BF0C9-D34B-4485-A3AB-72B3FFC6BA68}" sibTransId="{963662E4-AF34-455B-B065-C09DB541B29C}"/>
    <dgm:cxn modelId="{083178F1-7862-45B9-96F7-87A2E3A55721}" type="presOf" srcId="{658D2CF8-1CA3-48DD-BBBA-AF4D5428153F}" destId="{82DF5B23-D694-48AE-A227-6BF3E15846C1}" srcOrd="0" destOrd="0" presId="urn:microsoft.com/office/officeart/2005/8/layout/hierarchy1"/>
    <dgm:cxn modelId="{B48933FF-BDC2-4ED6-8047-EC5B4FE3122D}" type="presOf" srcId="{76C6BD28-50BE-443C-82A6-9FCC09985C15}" destId="{A88FD5B6-148C-4D9B-B0E0-C65F3973A4B7}" srcOrd="0" destOrd="0" presId="urn:microsoft.com/office/officeart/2005/8/layout/hierarchy1"/>
    <dgm:cxn modelId="{B1AD6558-0AAF-4150-BBB3-DC2254379A79}" type="presParOf" srcId="{2E836D13-60A1-4798-9C0F-CAB4DBF7E7F0}" destId="{E455C936-038D-42F6-806A-7FF01D8C40B5}" srcOrd="0" destOrd="0" presId="urn:microsoft.com/office/officeart/2005/8/layout/hierarchy1"/>
    <dgm:cxn modelId="{2537D347-1FA0-4CE0-80D1-6C36D5514E5C}" type="presParOf" srcId="{E455C936-038D-42F6-806A-7FF01D8C40B5}" destId="{479EFF87-B8AB-4638-A045-849BAAF48FCA}" srcOrd="0" destOrd="0" presId="urn:microsoft.com/office/officeart/2005/8/layout/hierarchy1"/>
    <dgm:cxn modelId="{D424F2A1-FC6B-4B0E-A462-C688EE7690F9}" type="presParOf" srcId="{479EFF87-B8AB-4638-A045-849BAAF48FCA}" destId="{9FD89361-0347-4836-98EA-68AC3B6B5283}" srcOrd="0" destOrd="0" presId="urn:microsoft.com/office/officeart/2005/8/layout/hierarchy1"/>
    <dgm:cxn modelId="{A0C788B0-DFF9-48E9-B7EE-05D2C329CC8A}" type="presParOf" srcId="{479EFF87-B8AB-4638-A045-849BAAF48FCA}" destId="{9AC6CB82-6DC1-414C-AA58-D1EC2DE66D2C}" srcOrd="1" destOrd="0" presId="urn:microsoft.com/office/officeart/2005/8/layout/hierarchy1"/>
    <dgm:cxn modelId="{E1217AC2-2D37-4C5B-A79D-1401472B4C11}" type="presParOf" srcId="{E455C936-038D-42F6-806A-7FF01D8C40B5}" destId="{1E0DFA50-46CB-4FA7-9C83-6C29834A6C3A}" srcOrd="1" destOrd="0" presId="urn:microsoft.com/office/officeart/2005/8/layout/hierarchy1"/>
    <dgm:cxn modelId="{7DE7198C-D29D-4328-87BF-AEE70D7AA89B}" type="presParOf" srcId="{2E836D13-60A1-4798-9C0F-CAB4DBF7E7F0}" destId="{83AA1691-215F-4F7E-AA9B-C45772A60B43}" srcOrd="1" destOrd="0" presId="urn:microsoft.com/office/officeart/2005/8/layout/hierarchy1"/>
    <dgm:cxn modelId="{4BA1D9B7-FDC5-4A81-9D77-F1EF163FDD17}" type="presParOf" srcId="{83AA1691-215F-4F7E-AA9B-C45772A60B43}" destId="{520E79BC-E237-4817-92F4-2EA41AE7622E}" srcOrd="0" destOrd="0" presId="urn:microsoft.com/office/officeart/2005/8/layout/hierarchy1"/>
    <dgm:cxn modelId="{44B2FCBF-0EA9-4903-AB5E-6C8482F4666F}" type="presParOf" srcId="{520E79BC-E237-4817-92F4-2EA41AE7622E}" destId="{4B3592F6-CC49-4EE8-B5F1-C8FF9F2299C1}" srcOrd="0" destOrd="0" presId="urn:microsoft.com/office/officeart/2005/8/layout/hierarchy1"/>
    <dgm:cxn modelId="{714EEA32-7B96-481A-A834-3048BF498B4C}" type="presParOf" srcId="{520E79BC-E237-4817-92F4-2EA41AE7622E}" destId="{0A9EC33B-FC7F-46C3-A9C5-77DBBA583057}" srcOrd="1" destOrd="0" presId="urn:microsoft.com/office/officeart/2005/8/layout/hierarchy1"/>
    <dgm:cxn modelId="{D45F5603-F232-4A0B-9A50-318FF3C9F524}" type="presParOf" srcId="{83AA1691-215F-4F7E-AA9B-C45772A60B43}" destId="{3D93988D-E0CB-4C6A-9643-70F6376B84BD}" srcOrd="1" destOrd="0" presId="urn:microsoft.com/office/officeart/2005/8/layout/hierarchy1"/>
    <dgm:cxn modelId="{979763EA-BF28-46E2-B0F1-58E878875E11}" type="presParOf" srcId="{2E836D13-60A1-4798-9C0F-CAB4DBF7E7F0}" destId="{2BFF356B-E4E4-43D9-85A0-8FC25D6406B6}" srcOrd="2" destOrd="0" presId="urn:microsoft.com/office/officeart/2005/8/layout/hierarchy1"/>
    <dgm:cxn modelId="{CA70A800-F7B7-4DB6-B64B-3EDF665217B7}" type="presParOf" srcId="{2BFF356B-E4E4-43D9-85A0-8FC25D6406B6}" destId="{BB4B038A-4CE1-4C6E-9EA5-8AFA8A37BE27}" srcOrd="0" destOrd="0" presId="urn:microsoft.com/office/officeart/2005/8/layout/hierarchy1"/>
    <dgm:cxn modelId="{0BBC0CE7-03B0-4E30-AB45-1C9EFD5FBFE3}" type="presParOf" srcId="{BB4B038A-4CE1-4C6E-9EA5-8AFA8A37BE27}" destId="{E88C3F8E-3A57-44BC-9475-50B577715598}" srcOrd="0" destOrd="0" presId="urn:microsoft.com/office/officeart/2005/8/layout/hierarchy1"/>
    <dgm:cxn modelId="{CA8CB07B-E1DC-4263-AD94-DC852845270F}" type="presParOf" srcId="{BB4B038A-4CE1-4C6E-9EA5-8AFA8A37BE27}" destId="{C9230D5C-BDA1-449F-BB9F-B0021A344486}" srcOrd="1" destOrd="0" presId="urn:microsoft.com/office/officeart/2005/8/layout/hierarchy1"/>
    <dgm:cxn modelId="{424CBE1C-0E1D-4A80-8EF1-98407E5DA3C8}" type="presParOf" srcId="{2BFF356B-E4E4-43D9-85A0-8FC25D6406B6}" destId="{D4F5E55E-D219-4B51-8B79-3893155D1169}" srcOrd="1" destOrd="0" presId="urn:microsoft.com/office/officeart/2005/8/layout/hierarchy1"/>
    <dgm:cxn modelId="{32D271B5-3583-4CA6-99B3-AA9FA932E53A}" type="presParOf" srcId="{2E836D13-60A1-4798-9C0F-CAB4DBF7E7F0}" destId="{D754D1AF-20C3-4E30-A812-9C2943292466}" srcOrd="3" destOrd="0" presId="urn:microsoft.com/office/officeart/2005/8/layout/hierarchy1"/>
    <dgm:cxn modelId="{EF72A969-85B9-4BB1-B336-70D6F39CCB0F}" type="presParOf" srcId="{D754D1AF-20C3-4E30-A812-9C2943292466}" destId="{3049A621-CE36-4920-AB67-8B1AEB654B94}" srcOrd="0" destOrd="0" presId="urn:microsoft.com/office/officeart/2005/8/layout/hierarchy1"/>
    <dgm:cxn modelId="{4D95B0E3-7FD9-4D91-88AA-146E923AB5D4}" type="presParOf" srcId="{3049A621-CE36-4920-AB67-8B1AEB654B94}" destId="{56C4B5FB-76FB-4253-9657-625D8964DD9B}" srcOrd="0" destOrd="0" presId="urn:microsoft.com/office/officeart/2005/8/layout/hierarchy1"/>
    <dgm:cxn modelId="{D807818F-8791-456B-BB43-A55978288BBE}" type="presParOf" srcId="{3049A621-CE36-4920-AB67-8B1AEB654B94}" destId="{82DF5B23-D694-48AE-A227-6BF3E15846C1}" srcOrd="1" destOrd="0" presId="urn:microsoft.com/office/officeart/2005/8/layout/hierarchy1"/>
    <dgm:cxn modelId="{055C5A10-DDE1-4A72-B890-D946A241695F}" type="presParOf" srcId="{D754D1AF-20C3-4E30-A812-9C2943292466}" destId="{87C535E3-CC5D-4CD2-A171-A872CB115021}" srcOrd="1" destOrd="0" presId="urn:microsoft.com/office/officeart/2005/8/layout/hierarchy1"/>
    <dgm:cxn modelId="{6562D276-D37C-4045-9CC2-4AB104E7E045}" type="presParOf" srcId="{2E836D13-60A1-4798-9C0F-CAB4DBF7E7F0}" destId="{856B8DB3-5353-48BC-9742-AAE0CD571E51}" srcOrd="4" destOrd="0" presId="urn:microsoft.com/office/officeart/2005/8/layout/hierarchy1"/>
    <dgm:cxn modelId="{6DC4BE27-F4F1-485D-9835-187D391210F6}" type="presParOf" srcId="{856B8DB3-5353-48BC-9742-AAE0CD571E51}" destId="{9A193975-CCD4-41B9-A744-B3F05E9D8169}" srcOrd="0" destOrd="0" presId="urn:microsoft.com/office/officeart/2005/8/layout/hierarchy1"/>
    <dgm:cxn modelId="{FC6BF383-2F4D-4B9D-A68F-CD06F1894311}" type="presParOf" srcId="{9A193975-CCD4-41B9-A744-B3F05E9D8169}" destId="{FAB4509F-ADD0-46CE-A254-8794AA7A51FE}" srcOrd="0" destOrd="0" presId="urn:microsoft.com/office/officeart/2005/8/layout/hierarchy1"/>
    <dgm:cxn modelId="{7B14D9B1-9FF0-467A-BA09-88B43E27F73C}" type="presParOf" srcId="{9A193975-CCD4-41B9-A744-B3F05E9D8169}" destId="{3DDA1A59-D562-403C-BFED-AFB0F7A40998}" srcOrd="1" destOrd="0" presId="urn:microsoft.com/office/officeart/2005/8/layout/hierarchy1"/>
    <dgm:cxn modelId="{43D14C7A-FA12-42B0-94AA-97150E0E9B5C}" type="presParOf" srcId="{856B8DB3-5353-48BC-9742-AAE0CD571E51}" destId="{BEE40318-09D0-415C-886F-E086A65A5923}" srcOrd="1" destOrd="0" presId="urn:microsoft.com/office/officeart/2005/8/layout/hierarchy1"/>
    <dgm:cxn modelId="{133E5A4C-6702-4B65-817F-F341D69312FE}" type="presParOf" srcId="{BEE40318-09D0-415C-886F-E086A65A5923}" destId="{09DB579D-69A4-49D3-B41B-5979C9708FEE}" srcOrd="0" destOrd="0" presId="urn:microsoft.com/office/officeart/2005/8/layout/hierarchy1"/>
    <dgm:cxn modelId="{BBC6ED16-2D06-44A7-91CD-EAF41FDDE87C}" type="presParOf" srcId="{BEE40318-09D0-415C-886F-E086A65A5923}" destId="{2D95116F-853B-4FCD-BBA4-FBA03426D957}" srcOrd="1" destOrd="0" presId="urn:microsoft.com/office/officeart/2005/8/layout/hierarchy1"/>
    <dgm:cxn modelId="{68478788-F8BF-4A96-A07A-E93A5CE65CDA}" type="presParOf" srcId="{2D95116F-853B-4FCD-BBA4-FBA03426D957}" destId="{3D5C6711-8DE3-43EC-AEB0-AE70BFEEB73F}" srcOrd="0" destOrd="0" presId="urn:microsoft.com/office/officeart/2005/8/layout/hierarchy1"/>
    <dgm:cxn modelId="{0145A89C-379A-48E1-995A-239B0B78F09B}" type="presParOf" srcId="{3D5C6711-8DE3-43EC-AEB0-AE70BFEEB73F}" destId="{840DDD3F-EF02-4DE0-B64D-6196AA924C4A}" srcOrd="0" destOrd="0" presId="urn:microsoft.com/office/officeart/2005/8/layout/hierarchy1"/>
    <dgm:cxn modelId="{D77E5FB3-6D2E-4ACC-A67F-8072F2504A72}" type="presParOf" srcId="{3D5C6711-8DE3-43EC-AEB0-AE70BFEEB73F}" destId="{A88FD5B6-148C-4D9B-B0E0-C65F3973A4B7}" srcOrd="1" destOrd="0" presId="urn:microsoft.com/office/officeart/2005/8/layout/hierarchy1"/>
    <dgm:cxn modelId="{841D51F5-8B51-45EB-A349-1CEFA2EE25D8}" type="presParOf" srcId="{2D95116F-853B-4FCD-BBA4-FBA03426D957}" destId="{6A791867-7FB0-4DC8-920E-FC8C1368A772}" srcOrd="1" destOrd="0" presId="urn:microsoft.com/office/officeart/2005/8/layout/hierarchy1"/>
    <dgm:cxn modelId="{333930EF-D8E9-4F8D-983D-800AC303DEF7}" type="presParOf" srcId="{BEE40318-09D0-415C-886F-E086A65A5923}" destId="{0FDF2C4B-128E-4D08-9562-7B2FAD3368E2}" srcOrd="2" destOrd="0" presId="urn:microsoft.com/office/officeart/2005/8/layout/hierarchy1"/>
    <dgm:cxn modelId="{AECFAE8A-B28A-4A42-B1D1-3A0137575053}" type="presParOf" srcId="{BEE40318-09D0-415C-886F-E086A65A5923}" destId="{7BFA9174-CFDA-4B12-8D7F-6F6F1AA34CEF}" srcOrd="3" destOrd="0" presId="urn:microsoft.com/office/officeart/2005/8/layout/hierarchy1"/>
    <dgm:cxn modelId="{CB32EB7A-F2F0-451C-96BE-0E78263A21C6}" type="presParOf" srcId="{7BFA9174-CFDA-4B12-8D7F-6F6F1AA34CEF}" destId="{243B4AB6-A06D-4DD8-801E-ABA751BFE415}" srcOrd="0" destOrd="0" presId="urn:microsoft.com/office/officeart/2005/8/layout/hierarchy1"/>
    <dgm:cxn modelId="{8616F1BC-0276-476C-A7F9-D2E26F2B203A}" type="presParOf" srcId="{243B4AB6-A06D-4DD8-801E-ABA751BFE415}" destId="{70A80E8A-E4A3-49B6-BAAC-F44310E28B97}" srcOrd="0" destOrd="0" presId="urn:microsoft.com/office/officeart/2005/8/layout/hierarchy1"/>
    <dgm:cxn modelId="{E036D540-E9F6-43C2-920F-F59DC9DA2878}" type="presParOf" srcId="{243B4AB6-A06D-4DD8-801E-ABA751BFE415}" destId="{B041E688-8FC1-438B-84EB-0B38A478BF17}" srcOrd="1" destOrd="0" presId="urn:microsoft.com/office/officeart/2005/8/layout/hierarchy1"/>
    <dgm:cxn modelId="{7F5F8E57-1C38-4DDE-9E97-02C84B220EDE}" type="presParOf" srcId="{7BFA9174-CFDA-4B12-8D7F-6F6F1AA34CEF}" destId="{ED8534B5-DEFC-4704-8B4A-FC294CD7BDDC}" srcOrd="1" destOrd="0" presId="urn:microsoft.com/office/officeart/2005/8/layout/hierarchy1"/>
    <dgm:cxn modelId="{5B73A552-FFB0-42B6-85BE-C0D97C6B9775}" type="presParOf" srcId="{BEE40318-09D0-415C-886F-E086A65A5923}" destId="{0F03AB79-45C8-4FC3-9600-E1F456075DF7}" srcOrd="4" destOrd="0" presId="urn:microsoft.com/office/officeart/2005/8/layout/hierarchy1"/>
    <dgm:cxn modelId="{6E278F06-A376-444E-B1BB-E4DF9FB1334B}" type="presParOf" srcId="{BEE40318-09D0-415C-886F-E086A65A5923}" destId="{8AEEB1D8-A01A-4AE8-A89E-501F5A7ABA3D}" srcOrd="5" destOrd="0" presId="urn:microsoft.com/office/officeart/2005/8/layout/hierarchy1"/>
    <dgm:cxn modelId="{936D56E0-0CCF-49B5-BAE6-62EB428E6AF7}" type="presParOf" srcId="{8AEEB1D8-A01A-4AE8-A89E-501F5A7ABA3D}" destId="{66821C95-5B0A-45A7-B74E-95D130C9B4AB}" srcOrd="0" destOrd="0" presId="urn:microsoft.com/office/officeart/2005/8/layout/hierarchy1"/>
    <dgm:cxn modelId="{40B0B176-CF74-45E6-B331-6159C84FFEEE}" type="presParOf" srcId="{66821C95-5B0A-45A7-B74E-95D130C9B4AB}" destId="{6DF388A2-F06F-4AB2-8A41-5B64C4DD8CF6}" srcOrd="0" destOrd="0" presId="urn:microsoft.com/office/officeart/2005/8/layout/hierarchy1"/>
    <dgm:cxn modelId="{8761D813-FAD9-4728-993E-ABCF1061CCB7}" type="presParOf" srcId="{66821C95-5B0A-45A7-B74E-95D130C9B4AB}" destId="{C2A596D2-D160-4FF8-8A13-F131A48B3130}" srcOrd="1" destOrd="0" presId="urn:microsoft.com/office/officeart/2005/8/layout/hierarchy1"/>
    <dgm:cxn modelId="{82EC1984-6271-43CC-962E-09BCAD617DBB}" type="presParOf" srcId="{8AEEB1D8-A01A-4AE8-A89E-501F5A7ABA3D}" destId="{43EA92D7-EFF1-4FBC-A68A-CFC6B63940E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5C7BD4-8DE3-4000-AA10-0AF8B2F9F21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43B2987-B28A-480A-ABB7-57D41C4692A2}">
      <dgm:prSet/>
      <dgm:spPr/>
      <dgm:t>
        <a:bodyPr/>
        <a:lstStyle/>
        <a:p>
          <a:r>
            <a:rPr lang="en-US" b="1"/>
            <a:t>Impact of the Project</a:t>
          </a:r>
          <a:endParaRPr lang="en-US"/>
        </a:p>
      </dgm:t>
    </dgm:pt>
    <dgm:pt modelId="{F3ABE339-F39C-4AAB-A07E-0C325551DCA1}" type="parTrans" cxnId="{E4402DC0-D3A6-400E-B442-8FB2DE1386E8}">
      <dgm:prSet/>
      <dgm:spPr/>
      <dgm:t>
        <a:bodyPr/>
        <a:lstStyle/>
        <a:p>
          <a:endParaRPr lang="en-US"/>
        </a:p>
      </dgm:t>
    </dgm:pt>
    <dgm:pt modelId="{A3D5845E-8C19-4879-8E74-6340D9178052}" type="sibTrans" cxnId="{E4402DC0-D3A6-400E-B442-8FB2DE1386E8}">
      <dgm:prSet/>
      <dgm:spPr/>
      <dgm:t>
        <a:bodyPr/>
        <a:lstStyle/>
        <a:p>
          <a:endParaRPr lang="en-US"/>
        </a:p>
      </dgm:t>
    </dgm:pt>
    <dgm:pt modelId="{CAB3CD9D-A7B9-4009-8F47-D9035712BE59}">
      <dgm:prSet/>
      <dgm:spPr/>
      <dgm:t>
        <a:bodyPr/>
        <a:lstStyle/>
        <a:p>
          <a:r>
            <a:rPr lang="en-US"/>
            <a:t>✔ Faster preliminary screening in hospitals</a:t>
          </a:r>
          <a:br>
            <a:rPr lang="en-US"/>
          </a:br>
          <a:r>
            <a:rPr lang="en-US"/>
            <a:t>✔ Reduces radiologist workload</a:t>
          </a:r>
          <a:br>
            <a:rPr lang="en-US"/>
          </a:br>
          <a:r>
            <a:rPr lang="en-US"/>
            <a:t>✔ Helps regions with limited medical expertise</a:t>
          </a:r>
          <a:br>
            <a:rPr lang="en-US"/>
          </a:br>
          <a:r>
            <a:rPr lang="en-US"/>
            <a:t>✔ Shows how AI can support real medical decisions</a:t>
          </a:r>
        </a:p>
      </dgm:t>
    </dgm:pt>
    <dgm:pt modelId="{FC63853E-B032-4751-87CE-43977DA27105}" type="parTrans" cxnId="{5FC88368-BF78-45AD-AE0B-55D012002AAF}">
      <dgm:prSet/>
      <dgm:spPr/>
      <dgm:t>
        <a:bodyPr/>
        <a:lstStyle/>
        <a:p>
          <a:endParaRPr lang="en-US"/>
        </a:p>
      </dgm:t>
    </dgm:pt>
    <dgm:pt modelId="{A299599D-D29A-4233-B8BD-4FB1EF464E3B}" type="sibTrans" cxnId="{5FC88368-BF78-45AD-AE0B-55D012002AAF}">
      <dgm:prSet/>
      <dgm:spPr/>
      <dgm:t>
        <a:bodyPr/>
        <a:lstStyle/>
        <a:p>
          <a:endParaRPr lang="en-US"/>
        </a:p>
      </dgm:t>
    </dgm:pt>
    <dgm:pt modelId="{DD20FA10-5CE9-4FDE-A819-8EB2FEA2FDE3}" type="pres">
      <dgm:prSet presAssocID="{B25C7BD4-8DE3-4000-AA10-0AF8B2F9F212}" presName="root" presStyleCnt="0">
        <dgm:presLayoutVars>
          <dgm:dir/>
          <dgm:resizeHandles val="exact"/>
        </dgm:presLayoutVars>
      </dgm:prSet>
      <dgm:spPr/>
    </dgm:pt>
    <dgm:pt modelId="{E08260A9-D2AE-41B5-A82C-221368C46FA4}" type="pres">
      <dgm:prSet presAssocID="{D43B2987-B28A-480A-ABB7-57D41C4692A2}" presName="compNode" presStyleCnt="0"/>
      <dgm:spPr/>
    </dgm:pt>
    <dgm:pt modelId="{3554C0F2-8C06-459A-A21C-86786E9BFECA}" type="pres">
      <dgm:prSet presAssocID="{D43B2987-B28A-480A-ABB7-57D41C4692A2}" presName="bgRect" presStyleLbl="bgShp" presStyleIdx="0" presStyleCnt="2"/>
      <dgm:spPr/>
    </dgm:pt>
    <dgm:pt modelId="{090D408B-0CF7-4031-8259-E3CA56EEC951}" type="pres">
      <dgm:prSet presAssocID="{D43B2987-B28A-480A-ABB7-57D41C4692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CF40D7A-64C4-48BD-AC32-E7CBC21BAFA5}" type="pres">
      <dgm:prSet presAssocID="{D43B2987-B28A-480A-ABB7-57D41C4692A2}" presName="spaceRect" presStyleCnt="0"/>
      <dgm:spPr/>
    </dgm:pt>
    <dgm:pt modelId="{045CF8E7-A2AB-48ED-8D87-19545113110B}" type="pres">
      <dgm:prSet presAssocID="{D43B2987-B28A-480A-ABB7-57D41C4692A2}" presName="parTx" presStyleLbl="revTx" presStyleIdx="0" presStyleCnt="2">
        <dgm:presLayoutVars>
          <dgm:chMax val="0"/>
          <dgm:chPref val="0"/>
        </dgm:presLayoutVars>
      </dgm:prSet>
      <dgm:spPr/>
    </dgm:pt>
    <dgm:pt modelId="{22314F24-45A8-4EF2-BD47-E8E154EE585A}" type="pres">
      <dgm:prSet presAssocID="{A3D5845E-8C19-4879-8E74-6340D9178052}" presName="sibTrans" presStyleCnt="0"/>
      <dgm:spPr/>
    </dgm:pt>
    <dgm:pt modelId="{CD82B996-C21F-4039-B773-817EFC6127EB}" type="pres">
      <dgm:prSet presAssocID="{CAB3CD9D-A7B9-4009-8F47-D9035712BE59}" presName="compNode" presStyleCnt="0"/>
      <dgm:spPr/>
    </dgm:pt>
    <dgm:pt modelId="{7149F293-7AE7-448B-A6D2-3ECE49E9D6C7}" type="pres">
      <dgm:prSet presAssocID="{CAB3CD9D-A7B9-4009-8F47-D9035712BE59}" presName="bgRect" presStyleLbl="bgShp" presStyleIdx="1" presStyleCnt="2"/>
      <dgm:spPr/>
    </dgm:pt>
    <dgm:pt modelId="{602F5331-E345-4CD4-94FB-E3059841DA22}" type="pres">
      <dgm:prSet presAssocID="{CAB3CD9D-A7B9-4009-8F47-D9035712BE5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15A1D07-7DBB-405E-9318-CC805065674C}" type="pres">
      <dgm:prSet presAssocID="{CAB3CD9D-A7B9-4009-8F47-D9035712BE59}" presName="spaceRect" presStyleCnt="0"/>
      <dgm:spPr/>
    </dgm:pt>
    <dgm:pt modelId="{E3C1FFE3-D41B-445A-A48F-305B559789B7}" type="pres">
      <dgm:prSet presAssocID="{CAB3CD9D-A7B9-4009-8F47-D9035712BE5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4D2A129-3EB5-446D-B43A-B5B71481D680}" type="presOf" srcId="{B25C7BD4-8DE3-4000-AA10-0AF8B2F9F212}" destId="{DD20FA10-5CE9-4FDE-A819-8EB2FEA2FDE3}" srcOrd="0" destOrd="0" presId="urn:microsoft.com/office/officeart/2018/2/layout/IconVerticalSolidList"/>
    <dgm:cxn modelId="{5FC88368-BF78-45AD-AE0B-55D012002AAF}" srcId="{B25C7BD4-8DE3-4000-AA10-0AF8B2F9F212}" destId="{CAB3CD9D-A7B9-4009-8F47-D9035712BE59}" srcOrd="1" destOrd="0" parTransId="{FC63853E-B032-4751-87CE-43977DA27105}" sibTransId="{A299599D-D29A-4233-B8BD-4FB1EF464E3B}"/>
    <dgm:cxn modelId="{DB98C158-65E2-420E-BBC9-9C0B3261D45B}" type="presOf" srcId="{D43B2987-B28A-480A-ABB7-57D41C4692A2}" destId="{045CF8E7-A2AB-48ED-8D87-19545113110B}" srcOrd="0" destOrd="0" presId="urn:microsoft.com/office/officeart/2018/2/layout/IconVerticalSolidList"/>
    <dgm:cxn modelId="{E4402DC0-D3A6-400E-B442-8FB2DE1386E8}" srcId="{B25C7BD4-8DE3-4000-AA10-0AF8B2F9F212}" destId="{D43B2987-B28A-480A-ABB7-57D41C4692A2}" srcOrd="0" destOrd="0" parTransId="{F3ABE339-F39C-4AAB-A07E-0C325551DCA1}" sibTransId="{A3D5845E-8C19-4879-8E74-6340D9178052}"/>
    <dgm:cxn modelId="{0063C2F5-D7CF-4BD5-B5D0-86E73532F4FB}" type="presOf" srcId="{CAB3CD9D-A7B9-4009-8F47-D9035712BE59}" destId="{E3C1FFE3-D41B-445A-A48F-305B559789B7}" srcOrd="0" destOrd="0" presId="urn:microsoft.com/office/officeart/2018/2/layout/IconVerticalSolidList"/>
    <dgm:cxn modelId="{EA40E030-890C-4A6C-A5CD-F253F01D4059}" type="presParOf" srcId="{DD20FA10-5CE9-4FDE-A819-8EB2FEA2FDE3}" destId="{E08260A9-D2AE-41B5-A82C-221368C46FA4}" srcOrd="0" destOrd="0" presId="urn:microsoft.com/office/officeart/2018/2/layout/IconVerticalSolidList"/>
    <dgm:cxn modelId="{C2544B47-188B-4346-AB71-E4782A80E410}" type="presParOf" srcId="{E08260A9-D2AE-41B5-A82C-221368C46FA4}" destId="{3554C0F2-8C06-459A-A21C-86786E9BFECA}" srcOrd="0" destOrd="0" presId="urn:microsoft.com/office/officeart/2018/2/layout/IconVerticalSolidList"/>
    <dgm:cxn modelId="{C035F8E3-2838-4321-AF02-0B6A63C1EB45}" type="presParOf" srcId="{E08260A9-D2AE-41B5-A82C-221368C46FA4}" destId="{090D408B-0CF7-4031-8259-E3CA56EEC951}" srcOrd="1" destOrd="0" presId="urn:microsoft.com/office/officeart/2018/2/layout/IconVerticalSolidList"/>
    <dgm:cxn modelId="{7C1093A7-6F78-4F40-9C1D-EEA85E192143}" type="presParOf" srcId="{E08260A9-D2AE-41B5-A82C-221368C46FA4}" destId="{3CF40D7A-64C4-48BD-AC32-E7CBC21BAFA5}" srcOrd="2" destOrd="0" presId="urn:microsoft.com/office/officeart/2018/2/layout/IconVerticalSolidList"/>
    <dgm:cxn modelId="{148C236D-EC87-40DF-A678-505054B0964D}" type="presParOf" srcId="{E08260A9-D2AE-41B5-A82C-221368C46FA4}" destId="{045CF8E7-A2AB-48ED-8D87-19545113110B}" srcOrd="3" destOrd="0" presId="urn:microsoft.com/office/officeart/2018/2/layout/IconVerticalSolidList"/>
    <dgm:cxn modelId="{D2910F75-5A10-455D-B8D3-7E2631B6648F}" type="presParOf" srcId="{DD20FA10-5CE9-4FDE-A819-8EB2FEA2FDE3}" destId="{22314F24-45A8-4EF2-BD47-E8E154EE585A}" srcOrd="1" destOrd="0" presId="urn:microsoft.com/office/officeart/2018/2/layout/IconVerticalSolidList"/>
    <dgm:cxn modelId="{BC8F47E9-082D-405E-97EE-FBE3242FA825}" type="presParOf" srcId="{DD20FA10-5CE9-4FDE-A819-8EB2FEA2FDE3}" destId="{CD82B996-C21F-4039-B773-817EFC6127EB}" srcOrd="2" destOrd="0" presId="urn:microsoft.com/office/officeart/2018/2/layout/IconVerticalSolidList"/>
    <dgm:cxn modelId="{BF6A046C-EEB5-45EE-AC58-BAEB547E0D16}" type="presParOf" srcId="{CD82B996-C21F-4039-B773-817EFC6127EB}" destId="{7149F293-7AE7-448B-A6D2-3ECE49E9D6C7}" srcOrd="0" destOrd="0" presId="urn:microsoft.com/office/officeart/2018/2/layout/IconVerticalSolidList"/>
    <dgm:cxn modelId="{3B13830F-CB0E-4920-8647-4200DF280B30}" type="presParOf" srcId="{CD82B996-C21F-4039-B773-817EFC6127EB}" destId="{602F5331-E345-4CD4-94FB-E3059841DA22}" srcOrd="1" destOrd="0" presId="urn:microsoft.com/office/officeart/2018/2/layout/IconVerticalSolidList"/>
    <dgm:cxn modelId="{02D0ACF9-09FE-425F-94DB-E9347EB65020}" type="presParOf" srcId="{CD82B996-C21F-4039-B773-817EFC6127EB}" destId="{415A1D07-7DBB-405E-9318-CC805065674C}" srcOrd="2" destOrd="0" presId="urn:microsoft.com/office/officeart/2018/2/layout/IconVerticalSolidList"/>
    <dgm:cxn modelId="{7280C75B-3934-4885-ABC4-D8C819413713}" type="presParOf" srcId="{CD82B996-C21F-4039-B773-817EFC6127EB}" destId="{E3C1FFE3-D41B-445A-A48F-305B559789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88E66C-4C98-4D79-8F2D-4C2E2E0890F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A436BAE-E548-41C6-AB13-8AC00F9D51A8}">
      <dgm:prSet/>
      <dgm:spPr/>
      <dgm:t>
        <a:bodyPr/>
        <a:lstStyle/>
        <a:p>
          <a:pPr>
            <a:defRPr cap="all"/>
          </a:pPr>
          <a:r>
            <a:rPr lang="en-US" b="1"/>
            <a:t>Architecture Flow</a:t>
          </a:r>
          <a:endParaRPr lang="en-US"/>
        </a:p>
      </dgm:t>
    </dgm:pt>
    <dgm:pt modelId="{63ABCA6D-8AD2-4393-B782-F24FA6D889A6}" type="parTrans" cxnId="{F0C86820-FC39-407C-BD2E-4A029E22B8BF}">
      <dgm:prSet/>
      <dgm:spPr/>
      <dgm:t>
        <a:bodyPr/>
        <a:lstStyle/>
        <a:p>
          <a:endParaRPr lang="en-US"/>
        </a:p>
      </dgm:t>
    </dgm:pt>
    <dgm:pt modelId="{74067AD6-C93D-4A41-98AB-94A9E0AC5DD2}" type="sibTrans" cxnId="{F0C86820-FC39-407C-BD2E-4A029E22B8BF}">
      <dgm:prSet/>
      <dgm:spPr/>
      <dgm:t>
        <a:bodyPr/>
        <a:lstStyle/>
        <a:p>
          <a:endParaRPr lang="en-US"/>
        </a:p>
      </dgm:t>
    </dgm:pt>
    <dgm:pt modelId="{D8E4A3C2-DB75-4B2D-B48D-94364787A05E}">
      <dgm:prSet/>
      <dgm:spPr/>
      <dgm:t>
        <a:bodyPr/>
        <a:lstStyle/>
        <a:p>
          <a:pPr>
            <a:defRPr cap="all"/>
          </a:pPr>
          <a:r>
            <a:rPr lang="en-US"/>
            <a:t>Dataset → Preprocessing → CNN Model → Evaluation → Web App Deployment (Streamlit)</a:t>
          </a:r>
        </a:p>
      </dgm:t>
    </dgm:pt>
    <dgm:pt modelId="{032D9448-4B8F-4CC5-9A30-C8483EF678EF}" type="parTrans" cxnId="{DEE3791B-073B-47AD-937C-4AE2AC0E52B5}">
      <dgm:prSet/>
      <dgm:spPr/>
      <dgm:t>
        <a:bodyPr/>
        <a:lstStyle/>
        <a:p>
          <a:endParaRPr lang="en-US"/>
        </a:p>
      </dgm:t>
    </dgm:pt>
    <dgm:pt modelId="{06C07504-9BA8-450A-88F7-2742D939A4D7}" type="sibTrans" cxnId="{DEE3791B-073B-47AD-937C-4AE2AC0E52B5}">
      <dgm:prSet/>
      <dgm:spPr/>
      <dgm:t>
        <a:bodyPr/>
        <a:lstStyle/>
        <a:p>
          <a:endParaRPr lang="en-US"/>
        </a:p>
      </dgm:t>
    </dgm:pt>
    <dgm:pt modelId="{3C242047-C0BF-4644-859C-7DBA3CB5D92E}">
      <dgm:prSet/>
      <dgm:spPr/>
      <dgm:t>
        <a:bodyPr/>
        <a:lstStyle/>
        <a:p>
          <a:pPr>
            <a:defRPr cap="all"/>
          </a:pPr>
          <a:r>
            <a:rPr lang="en-US" b="1"/>
            <a:t>Technologies Used</a:t>
          </a:r>
          <a:endParaRPr lang="en-US"/>
        </a:p>
      </dgm:t>
    </dgm:pt>
    <dgm:pt modelId="{2D6E1482-3992-410A-B5D1-6C0EB941C48A}" type="parTrans" cxnId="{592B0127-7B97-4866-9D35-364E8C2B06B6}">
      <dgm:prSet/>
      <dgm:spPr/>
      <dgm:t>
        <a:bodyPr/>
        <a:lstStyle/>
        <a:p>
          <a:endParaRPr lang="en-US"/>
        </a:p>
      </dgm:t>
    </dgm:pt>
    <dgm:pt modelId="{A21CB436-11C4-4018-9594-49AE4CE13262}" type="sibTrans" cxnId="{592B0127-7B97-4866-9D35-364E8C2B06B6}">
      <dgm:prSet/>
      <dgm:spPr/>
      <dgm:t>
        <a:bodyPr/>
        <a:lstStyle/>
        <a:p>
          <a:endParaRPr lang="en-US"/>
        </a:p>
      </dgm:t>
    </dgm:pt>
    <dgm:pt modelId="{0AB5E0BB-D046-42B2-B914-93A7B3C23A61}">
      <dgm:prSet/>
      <dgm:spPr/>
      <dgm:t>
        <a:bodyPr/>
        <a:lstStyle/>
        <a:p>
          <a:pPr>
            <a:defRPr cap="all"/>
          </a:pPr>
          <a:r>
            <a:rPr lang="en-US" b="1"/>
            <a:t>Programming:</a:t>
          </a:r>
          <a:r>
            <a:rPr lang="en-US"/>
            <a:t> Python, NumPy, Pandas</a:t>
          </a:r>
        </a:p>
      </dgm:t>
    </dgm:pt>
    <dgm:pt modelId="{E71FC584-012B-445E-81DF-3EAE1CF6DCDC}" type="parTrans" cxnId="{71B10CB9-677F-4346-85FD-64C2F8CFCEBA}">
      <dgm:prSet/>
      <dgm:spPr/>
      <dgm:t>
        <a:bodyPr/>
        <a:lstStyle/>
        <a:p>
          <a:endParaRPr lang="en-US"/>
        </a:p>
      </dgm:t>
    </dgm:pt>
    <dgm:pt modelId="{EABBAEB2-156C-4912-BE01-F952A001DCBB}" type="sibTrans" cxnId="{71B10CB9-677F-4346-85FD-64C2F8CFCEBA}">
      <dgm:prSet/>
      <dgm:spPr/>
      <dgm:t>
        <a:bodyPr/>
        <a:lstStyle/>
        <a:p>
          <a:endParaRPr lang="en-US"/>
        </a:p>
      </dgm:t>
    </dgm:pt>
    <dgm:pt modelId="{C49E3E8B-40DB-4937-9527-11194DE7F559}">
      <dgm:prSet/>
      <dgm:spPr/>
      <dgm:t>
        <a:bodyPr/>
        <a:lstStyle/>
        <a:p>
          <a:pPr>
            <a:defRPr cap="all"/>
          </a:pPr>
          <a:r>
            <a:rPr lang="en-US" b="1"/>
            <a:t>Modeling:</a:t>
          </a:r>
          <a:r>
            <a:rPr lang="en-US"/>
            <a:t> TensorFlow/Keras, CNN</a:t>
          </a:r>
        </a:p>
      </dgm:t>
    </dgm:pt>
    <dgm:pt modelId="{A0A8C43F-B9B2-4D56-B39F-528752A77F4B}" type="parTrans" cxnId="{C3C70676-84E4-400A-A66E-37C0EF0190BA}">
      <dgm:prSet/>
      <dgm:spPr/>
      <dgm:t>
        <a:bodyPr/>
        <a:lstStyle/>
        <a:p>
          <a:endParaRPr lang="en-US"/>
        </a:p>
      </dgm:t>
    </dgm:pt>
    <dgm:pt modelId="{8FF6692A-F318-47EF-88B7-2E4C57FB396F}" type="sibTrans" cxnId="{C3C70676-84E4-400A-A66E-37C0EF0190BA}">
      <dgm:prSet/>
      <dgm:spPr/>
      <dgm:t>
        <a:bodyPr/>
        <a:lstStyle/>
        <a:p>
          <a:endParaRPr lang="en-US"/>
        </a:p>
      </dgm:t>
    </dgm:pt>
    <dgm:pt modelId="{92B4032D-B87F-42F9-AB7B-E8E00783F99A}">
      <dgm:prSet/>
      <dgm:spPr/>
      <dgm:t>
        <a:bodyPr/>
        <a:lstStyle/>
        <a:p>
          <a:pPr>
            <a:defRPr cap="all"/>
          </a:pPr>
          <a:r>
            <a:rPr lang="en-US" b="1"/>
            <a:t>Visualization:</a:t>
          </a:r>
          <a:r>
            <a:rPr lang="en-US"/>
            <a:t> Matplotlib, Seaborn</a:t>
          </a:r>
        </a:p>
      </dgm:t>
    </dgm:pt>
    <dgm:pt modelId="{24C4E46A-B30B-4283-9738-D1A148C8682C}" type="parTrans" cxnId="{8C1A3D6D-04BE-4417-84A1-95AB50E6681E}">
      <dgm:prSet/>
      <dgm:spPr/>
      <dgm:t>
        <a:bodyPr/>
        <a:lstStyle/>
        <a:p>
          <a:endParaRPr lang="en-US"/>
        </a:p>
      </dgm:t>
    </dgm:pt>
    <dgm:pt modelId="{8E8E6593-7648-450A-873C-11DA362D06F9}" type="sibTrans" cxnId="{8C1A3D6D-04BE-4417-84A1-95AB50E6681E}">
      <dgm:prSet/>
      <dgm:spPr/>
      <dgm:t>
        <a:bodyPr/>
        <a:lstStyle/>
        <a:p>
          <a:endParaRPr lang="en-US"/>
        </a:p>
      </dgm:t>
    </dgm:pt>
    <dgm:pt modelId="{B57687D7-2980-4113-9279-079CF8376A31}">
      <dgm:prSet/>
      <dgm:spPr/>
      <dgm:t>
        <a:bodyPr/>
        <a:lstStyle/>
        <a:p>
          <a:pPr>
            <a:defRPr cap="all"/>
          </a:pPr>
          <a:r>
            <a:rPr lang="en-US" b="1"/>
            <a:t>Deployment:</a:t>
          </a:r>
          <a:r>
            <a:rPr lang="en-US"/>
            <a:t> Streamlit</a:t>
          </a:r>
        </a:p>
      </dgm:t>
    </dgm:pt>
    <dgm:pt modelId="{3212F910-88C4-4AAF-847F-B624718D0365}" type="parTrans" cxnId="{E2BDD1A9-1B19-49D3-B9AB-3EF1335CA66D}">
      <dgm:prSet/>
      <dgm:spPr/>
      <dgm:t>
        <a:bodyPr/>
        <a:lstStyle/>
        <a:p>
          <a:endParaRPr lang="en-US"/>
        </a:p>
      </dgm:t>
    </dgm:pt>
    <dgm:pt modelId="{36C34D29-1673-478B-92BF-979DAB0ED9CF}" type="sibTrans" cxnId="{E2BDD1A9-1B19-49D3-B9AB-3EF1335CA66D}">
      <dgm:prSet/>
      <dgm:spPr/>
      <dgm:t>
        <a:bodyPr/>
        <a:lstStyle/>
        <a:p>
          <a:endParaRPr lang="en-US"/>
        </a:p>
      </dgm:t>
    </dgm:pt>
    <dgm:pt modelId="{5EFC0E6D-4637-4DE8-A058-FD9028124525}">
      <dgm:prSet/>
      <dgm:spPr/>
      <dgm:t>
        <a:bodyPr/>
        <a:lstStyle/>
        <a:p>
          <a:pPr>
            <a:defRPr cap="all"/>
          </a:pPr>
          <a:r>
            <a:rPr lang="en-US" b="1"/>
            <a:t>Environment:</a:t>
          </a:r>
          <a:r>
            <a:rPr lang="en-US"/>
            <a:t> Google Colab (GPU)</a:t>
          </a:r>
        </a:p>
      </dgm:t>
    </dgm:pt>
    <dgm:pt modelId="{311A264A-122B-4E45-A582-C1061A81DF0C}" type="parTrans" cxnId="{3D5E781B-01B5-4A13-8406-F2160A535977}">
      <dgm:prSet/>
      <dgm:spPr/>
      <dgm:t>
        <a:bodyPr/>
        <a:lstStyle/>
        <a:p>
          <a:endParaRPr lang="en-US"/>
        </a:p>
      </dgm:t>
    </dgm:pt>
    <dgm:pt modelId="{EB2A6905-9CA2-4B4C-967A-BBE64853A3E1}" type="sibTrans" cxnId="{3D5E781B-01B5-4A13-8406-F2160A535977}">
      <dgm:prSet/>
      <dgm:spPr/>
      <dgm:t>
        <a:bodyPr/>
        <a:lstStyle/>
        <a:p>
          <a:endParaRPr lang="en-US"/>
        </a:p>
      </dgm:t>
    </dgm:pt>
    <dgm:pt modelId="{B2AA2227-849F-4FDB-BF55-1D62BECC5EB3}" type="pres">
      <dgm:prSet presAssocID="{AC88E66C-4C98-4D79-8F2D-4C2E2E0890F1}" presName="root" presStyleCnt="0">
        <dgm:presLayoutVars>
          <dgm:dir/>
          <dgm:resizeHandles val="exact"/>
        </dgm:presLayoutVars>
      </dgm:prSet>
      <dgm:spPr/>
    </dgm:pt>
    <dgm:pt modelId="{0F909B3C-0DD1-4A64-A0B4-F98CC700F131}" type="pres">
      <dgm:prSet presAssocID="{DA436BAE-E548-41C6-AB13-8AC00F9D51A8}" presName="compNode" presStyleCnt="0"/>
      <dgm:spPr/>
    </dgm:pt>
    <dgm:pt modelId="{F40AD22D-86C2-451E-A06D-308D1247653E}" type="pres">
      <dgm:prSet presAssocID="{DA436BAE-E548-41C6-AB13-8AC00F9D51A8}" presName="iconBgRect" presStyleLbl="bgShp" presStyleIdx="0" presStyleCnt="8"/>
      <dgm:spPr/>
    </dgm:pt>
    <dgm:pt modelId="{713BBD45-4A13-4520-BC29-6E20CE768619}" type="pres">
      <dgm:prSet presAssocID="{DA436BAE-E548-41C6-AB13-8AC00F9D51A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824D5A-717D-48E8-8AD4-35A9DD8F62E1}" type="pres">
      <dgm:prSet presAssocID="{DA436BAE-E548-41C6-AB13-8AC00F9D51A8}" presName="spaceRect" presStyleCnt="0"/>
      <dgm:spPr/>
    </dgm:pt>
    <dgm:pt modelId="{E09BD030-2CF4-4BF8-B61E-2E886F2A3055}" type="pres">
      <dgm:prSet presAssocID="{DA436BAE-E548-41C6-AB13-8AC00F9D51A8}" presName="textRect" presStyleLbl="revTx" presStyleIdx="0" presStyleCnt="8">
        <dgm:presLayoutVars>
          <dgm:chMax val="1"/>
          <dgm:chPref val="1"/>
        </dgm:presLayoutVars>
      </dgm:prSet>
      <dgm:spPr/>
    </dgm:pt>
    <dgm:pt modelId="{EE527766-71B0-49B3-B114-89D430D97CD8}" type="pres">
      <dgm:prSet presAssocID="{74067AD6-C93D-4A41-98AB-94A9E0AC5DD2}" presName="sibTrans" presStyleCnt="0"/>
      <dgm:spPr/>
    </dgm:pt>
    <dgm:pt modelId="{C518910F-F381-4A13-B4AC-B353DF02646A}" type="pres">
      <dgm:prSet presAssocID="{D8E4A3C2-DB75-4B2D-B48D-94364787A05E}" presName="compNode" presStyleCnt="0"/>
      <dgm:spPr/>
    </dgm:pt>
    <dgm:pt modelId="{B44B9E8C-7B2D-40D0-BF57-DFB7EFA6739C}" type="pres">
      <dgm:prSet presAssocID="{D8E4A3C2-DB75-4B2D-B48D-94364787A05E}" presName="iconBgRect" presStyleLbl="bgShp" presStyleIdx="1" presStyleCnt="8"/>
      <dgm:spPr/>
    </dgm:pt>
    <dgm:pt modelId="{45AA8332-0C8E-485F-B00E-638FF1FB3F7A}" type="pres">
      <dgm:prSet presAssocID="{D8E4A3C2-DB75-4B2D-B48D-94364787A05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D924BD6-BD45-4496-A2F5-5AF4B2EF7831}" type="pres">
      <dgm:prSet presAssocID="{D8E4A3C2-DB75-4B2D-B48D-94364787A05E}" presName="spaceRect" presStyleCnt="0"/>
      <dgm:spPr/>
    </dgm:pt>
    <dgm:pt modelId="{F6F3A1C3-DFBF-4778-8614-EBCF6E7D581D}" type="pres">
      <dgm:prSet presAssocID="{D8E4A3C2-DB75-4B2D-B48D-94364787A05E}" presName="textRect" presStyleLbl="revTx" presStyleIdx="1" presStyleCnt="8">
        <dgm:presLayoutVars>
          <dgm:chMax val="1"/>
          <dgm:chPref val="1"/>
        </dgm:presLayoutVars>
      </dgm:prSet>
      <dgm:spPr/>
    </dgm:pt>
    <dgm:pt modelId="{D943B8A6-D9D7-41C4-8835-ED66574232DC}" type="pres">
      <dgm:prSet presAssocID="{06C07504-9BA8-450A-88F7-2742D939A4D7}" presName="sibTrans" presStyleCnt="0"/>
      <dgm:spPr/>
    </dgm:pt>
    <dgm:pt modelId="{956E4899-1F8E-4068-9894-F113E7E719A1}" type="pres">
      <dgm:prSet presAssocID="{3C242047-C0BF-4644-859C-7DBA3CB5D92E}" presName="compNode" presStyleCnt="0"/>
      <dgm:spPr/>
    </dgm:pt>
    <dgm:pt modelId="{B21D759A-CF02-4E1A-874B-C1D8752B3650}" type="pres">
      <dgm:prSet presAssocID="{3C242047-C0BF-4644-859C-7DBA3CB5D92E}" presName="iconBgRect" presStyleLbl="bgShp" presStyleIdx="2" presStyleCnt="8"/>
      <dgm:spPr/>
    </dgm:pt>
    <dgm:pt modelId="{5D2AC48A-3F0E-4BEC-A1BF-7F934ED589A5}" type="pres">
      <dgm:prSet presAssocID="{3C242047-C0BF-4644-859C-7DBA3CB5D92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BCE8D32-66CA-476B-AD0D-7D5380B6834D}" type="pres">
      <dgm:prSet presAssocID="{3C242047-C0BF-4644-859C-7DBA3CB5D92E}" presName="spaceRect" presStyleCnt="0"/>
      <dgm:spPr/>
    </dgm:pt>
    <dgm:pt modelId="{694E0C4B-7460-40EC-8C67-312098060B3E}" type="pres">
      <dgm:prSet presAssocID="{3C242047-C0BF-4644-859C-7DBA3CB5D92E}" presName="textRect" presStyleLbl="revTx" presStyleIdx="2" presStyleCnt="8">
        <dgm:presLayoutVars>
          <dgm:chMax val="1"/>
          <dgm:chPref val="1"/>
        </dgm:presLayoutVars>
      </dgm:prSet>
      <dgm:spPr/>
    </dgm:pt>
    <dgm:pt modelId="{1F79D59E-5195-41E3-B6EF-A58F20559260}" type="pres">
      <dgm:prSet presAssocID="{A21CB436-11C4-4018-9594-49AE4CE13262}" presName="sibTrans" presStyleCnt="0"/>
      <dgm:spPr/>
    </dgm:pt>
    <dgm:pt modelId="{23EB648B-7975-4319-8A6B-C3E0DC0B1458}" type="pres">
      <dgm:prSet presAssocID="{0AB5E0BB-D046-42B2-B914-93A7B3C23A61}" presName="compNode" presStyleCnt="0"/>
      <dgm:spPr/>
    </dgm:pt>
    <dgm:pt modelId="{CFF78861-82F6-4DB8-AEE7-E7520368D1D3}" type="pres">
      <dgm:prSet presAssocID="{0AB5E0BB-D046-42B2-B914-93A7B3C23A61}" presName="iconBgRect" presStyleLbl="bgShp" presStyleIdx="3" presStyleCnt="8"/>
      <dgm:spPr/>
    </dgm:pt>
    <dgm:pt modelId="{9D8A2812-B437-40B2-8CB2-42B4C411419F}" type="pres">
      <dgm:prSet presAssocID="{0AB5E0BB-D046-42B2-B914-93A7B3C23A61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C8E9373F-F749-432F-9730-F76021CCE3AE}" type="pres">
      <dgm:prSet presAssocID="{0AB5E0BB-D046-42B2-B914-93A7B3C23A61}" presName="spaceRect" presStyleCnt="0"/>
      <dgm:spPr/>
    </dgm:pt>
    <dgm:pt modelId="{57026224-43B3-495D-B3B2-9D2E2211FA90}" type="pres">
      <dgm:prSet presAssocID="{0AB5E0BB-D046-42B2-B914-93A7B3C23A61}" presName="textRect" presStyleLbl="revTx" presStyleIdx="3" presStyleCnt="8">
        <dgm:presLayoutVars>
          <dgm:chMax val="1"/>
          <dgm:chPref val="1"/>
        </dgm:presLayoutVars>
      </dgm:prSet>
      <dgm:spPr/>
    </dgm:pt>
    <dgm:pt modelId="{0234D957-B4ED-49DF-A3DC-38FEE2564079}" type="pres">
      <dgm:prSet presAssocID="{EABBAEB2-156C-4912-BE01-F952A001DCBB}" presName="sibTrans" presStyleCnt="0"/>
      <dgm:spPr/>
    </dgm:pt>
    <dgm:pt modelId="{FC6C9B54-081A-4B27-8C56-1F6A667F5AEF}" type="pres">
      <dgm:prSet presAssocID="{C49E3E8B-40DB-4937-9527-11194DE7F559}" presName="compNode" presStyleCnt="0"/>
      <dgm:spPr/>
    </dgm:pt>
    <dgm:pt modelId="{1EA3D49A-D32F-4F63-8B8A-933DD2A9EB75}" type="pres">
      <dgm:prSet presAssocID="{C49E3E8B-40DB-4937-9527-11194DE7F559}" presName="iconBgRect" presStyleLbl="bgShp" presStyleIdx="4" presStyleCnt="8"/>
      <dgm:spPr/>
    </dgm:pt>
    <dgm:pt modelId="{3571898D-4202-4345-9976-39310191F9C2}" type="pres">
      <dgm:prSet presAssocID="{C49E3E8B-40DB-4937-9527-11194DE7F559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149D04C-BB2B-44D3-87FF-C669B4BC2803}" type="pres">
      <dgm:prSet presAssocID="{C49E3E8B-40DB-4937-9527-11194DE7F559}" presName="spaceRect" presStyleCnt="0"/>
      <dgm:spPr/>
    </dgm:pt>
    <dgm:pt modelId="{C534B296-E5A8-4453-946F-CA2B0FED80AC}" type="pres">
      <dgm:prSet presAssocID="{C49E3E8B-40DB-4937-9527-11194DE7F559}" presName="textRect" presStyleLbl="revTx" presStyleIdx="4" presStyleCnt="8">
        <dgm:presLayoutVars>
          <dgm:chMax val="1"/>
          <dgm:chPref val="1"/>
        </dgm:presLayoutVars>
      </dgm:prSet>
      <dgm:spPr/>
    </dgm:pt>
    <dgm:pt modelId="{ACB5F4B0-2C2A-4FB4-9F28-580FF06ECD50}" type="pres">
      <dgm:prSet presAssocID="{8FF6692A-F318-47EF-88B7-2E4C57FB396F}" presName="sibTrans" presStyleCnt="0"/>
      <dgm:spPr/>
    </dgm:pt>
    <dgm:pt modelId="{26B27FAC-E7C2-489B-9CB6-907DEBED003D}" type="pres">
      <dgm:prSet presAssocID="{92B4032D-B87F-42F9-AB7B-E8E00783F99A}" presName="compNode" presStyleCnt="0"/>
      <dgm:spPr/>
    </dgm:pt>
    <dgm:pt modelId="{C0C1BF87-7AD1-4B4F-A204-76BF7EC210E9}" type="pres">
      <dgm:prSet presAssocID="{92B4032D-B87F-42F9-AB7B-E8E00783F99A}" presName="iconBgRect" presStyleLbl="bgShp" presStyleIdx="5" presStyleCnt="8"/>
      <dgm:spPr/>
    </dgm:pt>
    <dgm:pt modelId="{0A6FD8E3-565E-4243-9CD3-B2092A2165F2}" type="pres">
      <dgm:prSet presAssocID="{92B4032D-B87F-42F9-AB7B-E8E00783F99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EBA06A1E-E8B5-49D4-B3F0-601AD1CDB488}" type="pres">
      <dgm:prSet presAssocID="{92B4032D-B87F-42F9-AB7B-E8E00783F99A}" presName="spaceRect" presStyleCnt="0"/>
      <dgm:spPr/>
    </dgm:pt>
    <dgm:pt modelId="{BECF189E-4D8B-4E63-8D83-F3E02BEE0700}" type="pres">
      <dgm:prSet presAssocID="{92B4032D-B87F-42F9-AB7B-E8E00783F99A}" presName="textRect" presStyleLbl="revTx" presStyleIdx="5" presStyleCnt="8">
        <dgm:presLayoutVars>
          <dgm:chMax val="1"/>
          <dgm:chPref val="1"/>
        </dgm:presLayoutVars>
      </dgm:prSet>
      <dgm:spPr/>
    </dgm:pt>
    <dgm:pt modelId="{D32B16C8-4CCF-4397-97CC-9866F506C801}" type="pres">
      <dgm:prSet presAssocID="{8E8E6593-7648-450A-873C-11DA362D06F9}" presName="sibTrans" presStyleCnt="0"/>
      <dgm:spPr/>
    </dgm:pt>
    <dgm:pt modelId="{E5CDA17C-57DB-436B-97B2-C2EE3C17D7BE}" type="pres">
      <dgm:prSet presAssocID="{B57687D7-2980-4113-9279-079CF8376A31}" presName="compNode" presStyleCnt="0"/>
      <dgm:spPr/>
    </dgm:pt>
    <dgm:pt modelId="{759C1A51-A32C-4F48-9AC0-49D5840A4258}" type="pres">
      <dgm:prSet presAssocID="{B57687D7-2980-4113-9279-079CF8376A31}" presName="iconBgRect" presStyleLbl="bgShp" presStyleIdx="6" presStyleCnt="8"/>
      <dgm:spPr/>
    </dgm:pt>
    <dgm:pt modelId="{8538E6A3-BF05-486C-90FC-1E7BAE94766D}" type="pres">
      <dgm:prSet presAssocID="{B57687D7-2980-4113-9279-079CF8376A3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84FF4844-DA08-4642-8FA5-92199402A433}" type="pres">
      <dgm:prSet presAssocID="{B57687D7-2980-4113-9279-079CF8376A31}" presName="spaceRect" presStyleCnt="0"/>
      <dgm:spPr/>
    </dgm:pt>
    <dgm:pt modelId="{96F8A6B3-AFC9-4AA8-8FE9-545BF24D91C2}" type="pres">
      <dgm:prSet presAssocID="{B57687D7-2980-4113-9279-079CF8376A31}" presName="textRect" presStyleLbl="revTx" presStyleIdx="6" presStyleCnt="8">
        <dgm:presLayoutVars>
          <dgm:chMax val="1"/>
          <dgm:chPref val="1"/>
        </dgm:presLayoutVars>
      </dgm:prSet>
      <dgm:spPr/>
    </dgm:pt>
    <dgm:pt modelId="{E3EAE812-48A7-4B3F-B8CF-05F9A93BBEB7}" type="pres">
      <dgm:prSet presAssocID="{36C34D29-1673-478B-92BF-979DAB0ED9CF}" presName="sibTrans" presStyleCnt="0"/>
      <dgm:spPr/>
    </dgm:pt>
    <dgm:pt modelId="{03707EE5-C690-4C47-BB01-13C65E3AEB8C}" type="pres">
      <dgm:prSet presAssocID="{5EFC0E6D-4637-4DE8-A058-FD9028124525}" presName="compNode" presStyleCnt="0"/>
      <dgm:spPr/>
    </dgm:pt>
    <dgm:pt modelId="{306F2E16-B188-4497-863A-7D008541E471}" type="pres">
      <dgm:prSet presAssocID="{5EFC0E6D-4637-4DE8-A058-FD9028124525}" presName="iconBgRect" presStyleLbl="bgShp" presStyleIdx="7" presStyleCnt="8"/>
      <dgm:spPr/>
    </dgm:pt>
    <dgm:pt modelId="{234AA3AE-73FE-4E7C-B6FF-20654FF65F79}" type="pres">
      <dgm:prSet presAssocID="{5EFC0E6D-4637-4DE8-A058-FD902812452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70F2233-80A4-4F93-A082-0E24B9F09FF6}" type="pres">
      <dgm:prSet presAssocID="{5EFC0E6D-4637-4DE8-A058-FD9028124525}" presName="spaceRect" presStyleCnt="0"/>
      <dgm:spPr/>
    </dgm:pt>
    <dgm:pt modelId="{B87F804E-C16D-4FD0-A1B5-8E0B0BD19319}" type="pres">
      <dgm:prSet presAssocID="{5EFC0E6D-4637-4DE8-A058-FD902812452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D5E781B-01B5-4A13-8406-F2160A535977}" srcId="{AC88E66C-4C98-4D79-8F2D-4C2E2E0890F1}" destId="{5EFC0E6D-4637-4DE8-A058-FD9028124525}" srcOrd="7" destOrd="0" parTransId="{311A264A-122B-4E45-A582-C1061A81DF0C}" sibTransId="{EB2A6905-9CA2-4B4C-967A-BBE64853A3E1}"/>
    <dgm:cxn modelId="{DEE3791B-073B-47AD-937C-4AE2AC0E52B5}" srcId="{AC88E66C-4C98-4D79-8F2D-4C2E2E0890F1}" destId="{D8E4A3C2-DB75-4B2D-B48D-94364787A05E}" srcOrd="1" destOrd="0" parTransId="{032D9448-4B8F-4CC5-9A30-C8483EF678EF}" sibTransId="{06C07504-9BA8-450A-88F7-2742D939A4D7}"/>
    <dgm:cxn modelId="{58E6531E-CAE5-450C-96DE-434F11176264}" type="presOf" srcId="{92B4032D-B87F-42F9-AB7B-E8E00783F99A}" destId="{BECF189E-4D8B-4E63-8D83-F3E02BEE0700}" srcOrd="0" destOrd="0" presId="urn:microsoft.com/office/officeart/2018/5/layout/IconCircleLabelList"/>
    <dgm:cxn modelId="{F0C86820-FC39-407C-BD2E-4A029E22B8BF}" srcId="{AC88E66C-4C98-4D79-8F2D-4C2E2E0890F1}" destId="{DA436BAE-E548-41C6-AB13-8AC00F9D51A8}" srcOrd="0" destOrd="0" parTransId="{63ABCA6D-8AD2-4393-B782-F24FA6D889A6}" sibTransId="{74067AD6-C93D-4A41-98AB-94A9E0AC5DD2}"/>
    <dgm:cxn modelId="{866EBB23-31C7-45F9-B1FE-FDC72B3E6C27}" type="presOf" srcId="{C49E3E8B-40DB-4937-9527-11194DE7F559}" destId="{C534B296-E5A8-4453-946F-CA2B0FED80AC}" srcOrd="0" destOrd="0" presId="urn:microsoft.com/office/officeart/2018/5/layout/IconCircleLabelList"/>
    <dgm:cxn modelId="{592B0127-7B97-4866-9D35-364E8C2B06B6}" srcId="{AC88E66C-4C98-4D79-8F2D-4C2E2E0890F1}" destId="{3C242047-C0BF-4644-859C-7DBA3CB5D92E}" srcOrd="2" destOrd="0" parTransId="{2D6E1482-3992-410A-B5D1-6C0EB941C48A}" sibTransId="{A21CB436-11C4-4018-9594-49AE4CE13262}"/>
    <dgm:cxn modelId="{7D1A4D29-6F61-49CF-8F20-2E11483C435D}" type="presOf" srcId="{5EFC0E6D-4637-4DE8-A058-FD9028124525}" destId="{B87F804E-C16D-4FD0-A1B5-8E0B0BD19319}" srcOrd="0" destOrd="0" presId="urn:microsoft.com/office/officeart/2018/5/layout/IconCircleLabelList"/>
    <dgm:cxn modelId="{91BBDD37-9DD7-4FE6-89FC-A15AF9D2A094}" type="presOf" srcId="{0AB5E0BB-D046-42B2-B914-93A7B3C23A61}" destId="{57026224-43B3-495D-B3B2-9D2E2211FA90}" srcOrd="0" destOrd="0" presId="urn:microsoft.com/office/officeart/2018/5/layout/IconCircleLabelList"/>
    <dgm:cxn modelId="{8C1A3D6D-04BE-4417-84A1-95AB50E6681E}" srcId="{AC88E66C-4C98-4D79-8F2D-4C2E2E0890F1}" destId="{92B4032D-B87F-42F9-AB7B-E8E00783F99A}" srcOrd="5" destOrd="0" parTransId="{24C4E46A-B30B-4283-9738-D1A148C8682C}" sibTransId="{8E8E6593-7648-450A-873C-11DA362D06F9}"/>
    <dgm:cxn modelId="{C3C70676-84E4-400A-A66E-37C0EF0190BA}" srcId="{AC88E66C-4C98-4D79-8F2D-4C2E2E0890F1}" destId="{C49E3E8B-40DB-4937-9527-11194DE7F559}" srcOrd="4" destOrd="0" parTransId="{A0A8C43F-B9B2-4D56-B39F-528752A77F4B}" sibTransId="{8FF6692A-F318-47EF-88B7-2E4C57FB396F}"/>
    <dgm:cxn modelId="{9E0B058C-BEBA-4C2E-9CD2-D8CCE360585D}" type="presOf" srcId="{D8E4A3C2-DB75-4B2D-B48D-94364787A05E}" destId="{F6F3A1C3-DFBF-4778-8614-EBCF6E7D581D}" srcOrd="0" destOrd="0" presId="urn:microsoft.com/office/officeart/2018/5/layout/IconCircleLabelList"/>
    <dgm:cxn modelId="{E2BDD1A9-1B19-49D3-B9AB-3EF1335CA66D}" srcId="{AC88E66C-4C98-4D79-8F2D-4C2E2E0890F1}" destId="{B57687D7-2980-4113-9279-079CF8376A31}" srcOrd="6" destOrd="0" parTransId="{3212F910-88C4-4AAF-847F-B624718D0365}" sibTransId="{36C34D29-1673-478B-92BF-979DAB0ED9CF}"/>
    <dgm:cxn modelId="{71B10CB9-677F-4346-85FD-64C2F8CFCEBA}" srcId="{AC88E66C-4C98-4D79-8F2D-4C2E2E0890F1}" destId="{0AB5E0BB-D046-42B2-B914-93A7B3C23A61}" srcOrd="3" destOrd="0" parTransId="{E71FC584-012B-445E-81DF-3EAE1CF6DCDC}" sibTransId="{EABBAEB2-156C-4912-BE01-F952A001DCBB}"/>
    <dgm:cxn modelId="{62070ED6-970E-4A16-9190-6D93BF39C231}" type="presOf" srcId="{AC88E66C-4C98-4D79-8F2D-4C2E2E0890F1}" destId="{B2AA2227-849F-4FDB-BF55-1D62BECC5EB3}" srcOrd="0" destOrd="0" presId="urn:microsoft.com/office/officeart/2018/5/layout/IconCircleLabelList"/>
    <dgm:cxn modelId="{3E39CDE5-7FCE-4967-B6B2-81A775FC6FEE}" type="presOf" srcId="{DA436BAE-E548-41C6-AB13-8AC00F9D51A8}" destId="{E09BD030-2CF4-4BF8-B61E-2E886F2A3055}" srcOrd="0" destOrd="0" presId="urn:microsoft.com/office/officeart/2018/5/layout/IconCircleLabelList"/>
    <dgm:cxn modelId="{6EEE1DF5-011B-4A29-9223-B0BD80B38A7A}" type="presOf" srcId="{B57687D7-2980-4113-9279-079CF8376A31}" destId="{96F8A6B3-AFC9-4AA8-8FE9-545BF24D91C2}" srcOrd="0" destOrd="0" presId="urn:microsoft.com/office/officeart/2018/5/layout/IconCircleLabelList"/>
    <dgm:cxn modelId="{F93B22F6-103B-444F-8253-DA1484FF8358}" type="presOf" srcId="{3C242047-C0BF-4644-859C-7DBA3CB5D92E}" destId="{694E0C4B-7460-40EC-8C67-312098060B3E}" srcOrd="0" destOrd="0" presId="urn:microsoft.com/office/officeart/2018/5/layout/IconCircleLabelList"/>
    <dgm:cxn modelId="{230552C7-D0E7-4220-B53E-F6F7B16D8F21}" type="presParOf" srcId="{B2AA2227-849F-4FDB-BF55-1D62BECC5EB3}" destId="{0F909B3C-0DD1-4A64-A0B4-F98CC700F131}" srcOrd="0" destOrd="0" presId="urn:microsoft.com/office/officeart/2018/5/layout/IconCircleLabelList"/>
    <dgm:cxn modelId="{815DC561-6E17-4421-A898-F5931BD85E03}" type="presParOf" srcId="{0F909B3C-0DD1-4A64-A0B4-F98CC700F131}" destId="{F40AD22D-86C2-451E-A06D-308D1247653E}" srcOrd="0" destOrd="0" presId="urn:microsoft.com/office/officeart/2018/5/layout/IconCircleLabelList"/>
    <dgm:cxn modelId="{7ACA0644-78C9-470E-A58F-A84C393E0F98}" type="presParOf" srcId="{0F909B3C-0DD1-4A64-A0B4-F98CC700F131}" destId="{713BBD45-4A13-4520-BC29-6E20CE768619}" srcOrd="1" destOrd="0" presId="urn:microsoft.com/office/officeart/2018/5/layout/IconCircleLabelList"/>
    <dgm:cxn modelId="{EC76E42A-B88C-431C-A267-3CBB503E53A8}" type="presParOf" srcId="{0F909B3C-0DD1-4A64-A0B4-F98CC700F131}" destId="{F2824D5A-717D-48E8-8AD4-35A9DD8F62E1}" srcOrd="2" destOrd="0" presId="urn:microsoft.com/office/officeart/2018/5/layout/IconCircleLabelList"/>
    <dgm:cxn modelId="{2854B865-23AF-4143-9F55-17905599A1B6}" type="presParOf" srcId="{0F909B3C-0DD1-4A64-A0B4-F98CC700F131}" destId="{E09BD030-2CF4-4BF8-B61E-2E886F2A3055}" srcOrd="3" destOrd="0" presId="urn:microsoft.com/office/officeart/2018/5/layout/IconCircleLabelList"/>
    <dgm:cxn modelId="{B2CA4FC2-5865-449A-AC1E-4E35E652BC00}" type="presParOf" srcId="{B2AA2227-849F-4FDB-BF55-1D62BECC5EB3}" destId="{EE527766-71B0-49B3-B114-89D430D97CD8}" srcOrd="1" destOrd="0" presId="urn:microsoft.com/office/officeart/2018/5/layout/IconCircleLabelList"/>
    <dgm:cxn modelId="{EE00B9FB-78EA-43CC-9998-9AA2271414E1}" type="presParOf" srcId="{B2AA2227-849F-4FDB-BF55-1D62BECC5EB3}" destId="{C518910F-F381-4A13-B4AC-B353DF02646A}" srcOrd="2" destOrd="0" presId="urn:microsoft.com/office/officeart/2018/5/layout/IconCircleLabelList"/>
    <dgm:cxn modelId="{7B6D452A-779C-48D9-9FA1-136309DF9D6A}" type="presParOf" srcId="{C518910F-F381-4A13-B4AC-B353DF02646A}" destId="{B44B9E8C-7B2D-40D0-BF57-DFB7EFA6739C}" srcOrd="0" destOrd="0" presId="urn:microsoft.com/office/officeart/2018/5/layout/IconCircleLabelList"/>
    <dgm:cxn modelId="{9D46E8EA-5488-4601-85A2-D1A3832FD98F}" type="presParOf" srcId="{C518910F-F381-4A13-B4AC-B353DF02646A}" destId="{45AA8332-0C8E-485F-B00E-638FF1FB3F7A}" srcOrd="1" destOrd="0" presId="urn:microsoft.com/office/officeart/2018/5/layout/IconCircleLabelList"/>
    <dgm:cxn modelId="{8BF45124-1C2C-4378-B727-16907D0BBB1F}" type="presParOf" srcId="{C518910F-F381-4A13-B4AC-B353DF02646A}" destId="{4D924BD6-BD45-4496-A2F5-5AF4B2EF7831}" srcOrd="2" destOrd="0" presId="urn:microsoft.com/office/officeart/2018/5/layout/IconCircleLabelList"/>
    <dgm:cxn modelId="{39E893F9-B4B1-4FFB-B743-A32A20C4B797}" type="presParOf" srcId="{C518910F-F381-4A13-B4AC-B353DF02646A}" destId="{F6F3A1C3-DFBF-4778-8614-EBCF6E7D581D}" srcOrd="3" destOrd="0" presId="urn:microsoft.com/office/officeart/2018/5/layout/IconCircleLabelList"/>
    <dgm:cxn modelId="{5DD99E1E-09CB-4EF0-9A5F-5113557B79A6}" type="presParOf" srcId="{B2AA2227-849F-4FDB-BF55-1D62BECC5EB3}" destId="{D943B8A6-D9D7-41C4-8835-ED66574232DC}" srcOrd="3" destOrd="0" presId="urn:microsoft.com/office/officeart/2018/5/layout/IconCircleLabelList"/>
    <dgm:cxn modelId="{CDCB0B6A-BD0C-4476-9611-B94899A34E1B}" type="presParOf" srcId="{B2AA2227-849F-4FDB-BF55-1D62BECC5EB3}" destId="{956E4899-1F8E-4068-9894-F113E7E719A1}" srcOrd="4" destOrd="0" presId="urn:microsoft.com/office/officeart/2018/5/layout/IconCircleLabelList"/>
    <dgm:cxn modelId="{4667BD9B-74AD-4FFB-86E9-E1E5822B57C6}" type="presParOf" srcId="{956E4899-1F8E-4068-9894-F113E7E719A1}" destId="{B21D759A-CF02-4E1A-874B-C1D8752B3650}" srcOrd="0" destOrd="0" presId="urn:microsoft.com/office/officeart/2018/5/layout/IconCircleLabelList"/>
    <dgm:cxn modelId="{66474648-AEC8-4DA7-8525-0D0F396DDCB3}" type="presParOf" srcId="{956E4899-1F8E-4068-9894-F113E7E719A1}" destId="{5D2AC48A-3F0E-4BEC-A1BF-7F934ED589A5}" srcOrd="1" destOrd="0" presId="urn:microsoft.com/office/officeart/2018/5/layout/IconCircleLabelList"/>
    <dgm:cxn modelId="{10C2D38A-1988-43A6-BD9A-C25F16D9D3B0}" type="presParOf" srcId="{956E4899-1F8E-4068-9894-F113E7E719A1}" destId="{6BCE8D32-66CA-476B-AD0D-7D5380B6834D}" srcOrd="2" destOrd="0" presId="urn:microsoft.com/office/officeart/2018/5/layout/IconCircleLabelList"/>
    <dgm:cxn modelId="{427EEB86-B685-405E-851F-6A0207130498}" type="presParOf" srcId="{956E4899-1F8E-4068-9894-F113E7E719A1}" destId="{694E0C4B-7460-40EC-8C67-312098060B3E}" srcOrd="3" destOrd="0" presId="urn:microsoft.com/office/officeart/2018/5/layout/IconCircleLabelList"/>
    <dgm:cxn modelId="{08E63C3F-AC40-4B13-A67D-8D8BC968ACC8}" type="presParOf" srcId="{B2AA2227-849F-4FDB-BF55-1D62BECC5EB3}" destId="{1F79D59E-5195-41E3-B6EF-A58F20559260}" srcOrd="5" destOrd="0" presId="urn:microsoft.com/office/officeart/2018/5/layout/IconCircleLabelList"/>
    <dgm:cxn modelId="{2573CEA5-A0CB-4F3F-BFD1-7FF96A1F6C49}" type="presParOf" srcId="{B2AA2227-849F-4FDB-BF55-1D62BECC5EB3}" destId="{23EB648B-7975-4319-8A6B-C3E0DC0B1458}" srcOrd="6" destOrd="0" presId="urn:microsoft.com/office/officeart/2018/5/layout/IconCircleLabelList"/>
    <dgm:cxn modelId="{85B690D3-9625-4D48-AD97-A66850943F77}" type="presParOf" srcId="{23EB648B-7975-4319-8A6B-C3E0DC0B1458}" destId="{CFF78861-82F6-4DB8-AEE7-E7520368D1D3}" srcOrd="0" destOrd="0" presId="urn:microsoft.com/office/officeart/2018/5/layout/IconCircleLabelList"/>
    <dgm:cxn modelId="{E485BCBD-45FA-41C9-A501-542050677E2D}" type="presParOf" srcId="{23EB648B-7975-4319-8A6B-C3E0DC0B1458}" destId="{9D8A2812-B437-40B2-8CB2-42B4C411419F}" srcOrd="1" destOrd="0" presId="urn:microsoft.com/office/officeart/2018/5/layout/IconCircleLabelList"/>
    <dgm:cxn modelId="{E4E93A40-B1BD-4AB4-AC6B-0C8D85C5B079}" type="presParOf" srcId="{23EB648B-7975-4319-8A6B-C3E0DC0B1458}" destId="{C8E9373F-F749-432F-9730-F76021CCE3AE}" srcOrd="2" destOrd="0" presId="urn:microsoft.com/office/officeart/2018/5/layout/IconCircleLabelList"/>
    <dgm:cxn modelId="{5DC70A0D-6825-4A3F-8D48-2F641E80D52A}" type="presParOf" srcId="{23EB648B-7975-4319-8A6B-C3E0DC0B1458}" destId="{57026224-43B3-495D-B3B2-9D2E2211FA90}" srcOrd="3" destOrd="0" presId="urn:microsoft.com/office/officeart/2018/5/layout/IconCircleLabelList"/>
    <dgm:cxn modelId="{D3C1D165-312B-467B-BEAE-BD1960307B1B}" type="presParOf" srcId="{B2AA2227-849F-4FDB-BF55-1D62BECC5EB3}" destId="{0234D957-B4ED-49DF-A3DC-38FEE2564079}" srcOrd="7" destOrd="0" presId="urn:microsoft.com/office/officeart/2018/5/layout/IconCircleLabelList"/>
    <dgm:cxn modelId="{98103C4A-3AB6-4F05-BC16-4ED9CB0EC142}" type="presParOf" srcId="{B2AA2227-849F-4FDB-BF55-1D62BECC5EB3}" destId="{FC6C9B54-081A-4B27-8C56-1F6A667F5AEF}" srcOrd="8" destOrd="0" presId="urn:microsoft.com/office/officeart/2018/5/layout/IconCircleLabelList"/>
    <dgm:cxn modelId="{344EF95F-6379-4B1D-90CB-4A12C5B0D0D1}" type="presParOf" srcId="{FC6C9B54-081A-4B27-8C56-1F6A667F5AEF}" destId="{1EA3D49A-D32F-4F63-8B8A-933DD2A9EB75}" srcOrd="0" destOrd="0" presId="urn:microsoft.com/office/officeart/2018/5/layout/IconCircleLabelList"/>
    <dgm:cxn modelId="{181E93D3-4086-4281-A933-EC285F1A3E80}" type="presParOf" srcId="{FC6C9B54-081A-4B27-8C56-1F6A667F5AEF}" destId="{3571898D-4202-4345-9976-39310191F9C2}" srcOrd="1" destOrd="0" presId="urn:microsoft.com/office/officeart/2018/5/layout/IconCircleLabelList"/>
    <dgm:cxn modelId="{24675A70-C640-470D-AF36-2947C3AAB64F}" type="presParOf" srcId="{FC6C9B54-081A-4B27-8C56-1F6A667F5AEF}" destId="{0149D04C-BB2B-44D3-87FF-C669B4BC2803}" srcOrd="2" destOrd="0" presId="urn:microsoft.com/office/officeart/2018/5/layout/IconCircleLabelList"/>
    <dgm:cxn modelId="{26407611-A83D-4880-837F-199C5ACC0E9A}" type="presParOf" srcId="{FC6C9B54-081A-4B27-8C56-1F6A667F5AEF}" destId="{C534B296-E5A8-4453-946F-CA2B0FED80AC}" srcOrd="3" destOrd="0" presId="urn:microsoft.com/office/officeart/2018/5/layout/IconCircleLabelList"/>
    <dgm:cxn modelId="{E799B340-2979-4AAC-AAD9-19B93E6195A7}" type="presParOf" srcId="{B2AA2227-849F-4FDB-BF55-1D62BECC5EB3}" destId="{ACB5F4B0-2C2A-4FB4-9F28-580FF06ECD50}" srcOrd="9" destOrd="0" presId="urn:microsoft.com/office/officeart/2018/5/layout/IconCircleLabelList"/>
    <dgm:cxn modelId="{4C4326B7-0EF7-4066-B030-8F414559F361}" type="presParOf" srcId="{B2AA2227-849F-4FDB-BF55-1D62BECC5EB3}" destId="{26B27FAC-E7C2-489B-9CB6-907DEBED003D}" srcOrd="10" destOrd="0" presId="urn:microsoft.com/office/officeart/2018/5/layout/IconCircleLabelList"/>
    <dgm:cxn modelId="{2F6E21F8-31AB-4EBA-B347-D2D0B381AA51}" type="presParOf" srcId="{26B27FAC-E7C2-489B-9CB6-907DEBED003D}" destId="{C0C1BF87-7AD1-4B4F-A204-76BF7EC210E9}" srcOrd="0" destOrd="0" presId="urn:microsoft.com/office/officeart/2018/5/layout/IconCircleLabelList"/>
    <dgm:cxn modelId="{F1889AB4-DE9D-4F7A-AD35-1345BDD203E1}" type="presParOf" srcId="{26B27FAC-E7C2-489B-9CB6-907DEBED003D}" destId="{0A6FD8E3-565E-4243-9CD3-B2092A2165F2}" srcOrd="1" destOrd="0" presId="urn:microsoft.com/office/officeart/2018/5/layout/IconCircleLabelList"/>
    <dgm:cxn modelId="{BF9868F9-7BED-47BF-B45D-10E546246CAB}" type="presParOf" srcId="{26B27FAC-E7C2-489B-9CB6-907DEBED003D}" destId="{EBA06A1E-E8B5-49D4-B3F0-601AD1CDB488}" srcOrd="2" destOrd="0" presId="urn:microsoft.com/office/officeart/2018/5/layout/IconCircleLabelList"/>
    <dgm:cxn modelId="{4A24DF69-E3B6-4A91-A2C1-2AD80C91F157}" type="presParOf" srcId="{26B27FAC-E7C2-489B-9CB6-907DEBED003D}" destId="{BECF189E-4D8B-4E63-8D83-F3E02BEE0700}" srcOrd="3" destOrd="0" presId="urn:microsoft.com/office/officeart/2018/5/layout/IconCircleLabelList"/>
    <dgm:cxn modelId="{20088266-C36D-4277-99D1-5FE9ACE529C1}" type="presParOf" srcId="{B2AA2227-849F-4FDB-BF55-1D62BECC5EB3}" destId="{D32B16C8-4CCF-4397-97CC-9866F506C801}" srcOrd="11" destOrd="0" presId="urn:microsoft.com/office/officeart/2018/5/layout/IconCircleLabelList"/>
    <dgm:cxn modelId="{C9E6615D-AD7A-4290-987B-9FC3FEB1B0A3}" type="presParOf" srcId="{B2AA2227-849F-4FDB-BF55-1D62BECC5EB3}" destId="{E5CDA17C-57DB-436B-97B2-C2EE3C17D7BE}" srcOrd="12" destOrd="0" presId="urn:microsoft.com/office/officeart/2018/5/layout/IconCircleLabelList"/>
    <dgm:cxn modelId="{7A146129-A5EC-4B32-96A9-3F6623D58DA7}" type="presParOf" srcId="{E5CDA17C-57DB-436B-97B2-C2EE3C17D7BE}" destId="{759C1A51-A32C-4F48-9AC0-49D5840A4258}" srcOrd="0" destOrd="0" presId="urn:microsoft.com/office/officeart/2018/5/layout/IconCircleLabelList"/>
    <dgm:cxn modelId="{3EB51639-45DB-40A0-B809-704BE5927BD7}" type="presParOf" srcId="{E5CDA17C-57DB-436B-97B2-C2EE3C17D7BE}" destId="{8538E6A3-BF05-486C-90FC-1E7BAE94766D}" srcOrd="1" destOrd="0" presId="urn:microsoft.com/office/officeart/2018/5/layout/IconCircleLabelList"/>
    <dgm:cxn modelId="{BA2C4F38-688F-4347-BC10-546587C9F101}" type="presParOf" srcId="{E5CDA17C-57DB-436B-97B2-C2EE3C17D7BE}" destId="{84FF4844-DA08-4642-8FA5-92199402A433}" srcOrd="2" destOrd="0" presId="urn:microsoft.com/office/officeart/2018/5/layout/IconCircleLabelList"/>
    <dgm:cxn modelId="{E3B7D667-F19A-401E-B70D-BA8C6618AF51}" type="presParOf" srcId="{E5CDA17C-57DB-436B-97B2-C2EE3C17D7BE}" destId="{96F8A6B3-AFC9-4AA8-8FE9-545BF24D91C2}" srcOrd="3" destOrd="0" presId="urn:microsoft.com/office/officeart/2018/5/layout/IconCircleLabelList"/>
    <dgm:cxn modelId="{EF997F51-AAA2-43AB-B018-A2A4BB221FC7}" type="presParOf" srcId="{B2AA2227-849F-4FDB-BF55-1D62BECC5EB3}" destId="{E3EAE812-48A7-4B3F-B8CF-05F9A93BBEB7}" srcOrd="13" destOrd="0" presId="urn:microsoft.com/office/officeart/2018/5/layout/IconCircleLabelList"/>
    <dgm:cxn modelId="{4CEB9DE8-11B1-462E-8E21-AA65F3D48B52}" type="presParOf" srcId="{B2AA2227-849F-4FDB-BF55-1D62BECC5EB3}" destId="{03707EE5-C690-4C47-BB01-13C65E3AEB8C}" srcOrd="14" destOrd="0" presId="urn:microsoft.com/office/officeart/2018/5/layout/IconCircleLabelList"/>
    <dgm:cxn modelId="{84317DD9-77CE-4BF4-96F6-F46C3836DACC}" type="presParOf" srcId="{03707EE5-C690-4C47-BB01-13C65E3AEB8C}" destId="{306F2E16-B188-4497-863A-7D008541E471}" srcOrd="0" destOrd="0" presId="urn:microsoft.com/office/officeart/2018/5/layout/IconCircleLabelList"/>
    <dgm:cxn modelId="{45A53126-6096-485E-9BC7-B2AC546B1ED6}" type="presParOf" srcId="{03707EE5-C690-4C47-BB01-13C65E3AEB8C}" destId="{234AA3AE-73FE-4E7C-B6FF-20654FF65F79}" srcOrd="1" destOrd="0" presId="urn:microsoft.com/office/officeart/2018/5/layout/IconCircleLabelList"/>
    <dgm:cxn modelId="{DA2B762D-49E8-4E7F-968A-32631C6B6294}" type="presParOf" srcId="{03707EE5-C690-4C47-BB01-13C65E3AEB8C}" destId="{570F2233-80A4-4F93-A082-0E24B9F09FF6}" srcOrd="2" destOrd="0" presId="urn:microsoft.com/office/officeart/2018/5/layout/IconCircleLabelList"/>
    <dgm:cxn modelId="{D03B8573-0B87-4BFB-A234-CD23DEA1A3D9}" type="presParOf" srcId="{03707EE5-C690-4C47-BB01-13C65E3AEB8C}" destId="{B87F804E-C16D-4FD0-A1B5-8E0B0BD1931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40AAB2-6C34-49CC-A930-92A87F987370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5D8F9ED-E130-4859-91CD-7FC94F64DBE6}">
      <dgm:prSet/>
      <dgm:spPr/>
      <dgm:t>
        <a:bodyPr/>
        <a:lstStyle/>
        <a:p>
          <a:pPr>
            <a:buNone/>
          </a:pPr>
          <a:r>
            <a:rPr lang="en-US"/>
            <a:t>Pediatric-only dataset</a:t>
          </a:r>
        </a:p>
      </dgm:t>
    </dgm:pt>
    <dgm:pt modelId="{0F8DE870-FA20-4B66-A363-AECFC8E73FBF}" type="parTrans" cxnId="{29395F8A-0858-4216-89F7-9A7F09600FE4}">
      <dgm:prSet/>
      <dgm:spPr/>
      <dgm:t>
        <a:bodyPr/>
        <a:lstStyle/>
        <a:p>
          <a:endParaRPr lang="en-US"/>
        </a:p>
      </dgm:t>
    </dgm:pt>
    <dgm:pt modelId="{F1E2B893-90BA-45D1-9A88-83956DB4E6BC}" type="sibTrans" cxnId="{29395F8A-0858-4216-89F7-9A7F09600FE4}">
      <dgm:prSet/>
      <dgm:spPr/>
      <dgm:t>
        <a:bodyPr/>
        <a:lstStyle/>
        <a:p>
          <a:endParaRPr lang="en-US"/>
        </a:p>
      </dgm:t>
    </dgm:pt>
    <dgm:pt modelId="{47A363FD-94ED-486A-9BEF-F9D3F78CC227}">
      <dgm:prSet/>
      <dgm:spPr/>
      <dgm:t>
        <a:bodyPr/>
        <a:lstStyle/>
        <a:p>
          <a:pPr>
            <a:buNone/>
          </a:pPr>
          <a:r>
            <a:rPr lang="en-US"/>
            <a:t>No multi-disease classification (only pneumonia)</a:t>
          </a:r>
        </a:p>
      </dgm:t>
    </dgm:pt>
    <dgm:pt modelId="{39B63CFD-DEE9-4383-9477-D87920E1356F}" type="parTrans" cxnId="{2CBC5973-A3AD-4761-B943-6756BF9CBA34}">
      <dgm:prSet/>
      <dgm:spPr/>
      <dgm:t>
        <a:bodyPr/>
        <a:lstStyle/>
        <a:p>
          <a:endParaRPr lang="en-US"/>
        </a:p>
      </dgm:t>
    </dgm:pt>
    <dgm:pt modelId="{D03D453E-1763-48B4-B28A-32C6DDC21368}" type="sibTrans" cxnId="{2CBC5973-A3AD-4761-B943-6756BF9CBA34}">
      <dgm:prSet/>
      <dgm:spPr/>
      <dgm:t>
        <a:bodyPr/>
        <a:lstStyle/>
        <a:p>
          <a:endParaRPr lang="en-US"/>
        </a:p>
      </dgm:t>
    </dgm:pt>
    <dgm:pt modelId="{33A06605-170C-4C5C-9826-A641BE2020EE}">
      <dgm:prSet/>
      <dgm:spPr/>
      <dgm:t>
        <a:bodyPr/>
        <a:lstStyle/>
        <a:p>
          <a:pPr>
            <a:buNone/>
          </a:pPr>
          <a:r>
            <a:rPr lang="en-US"/>
            <a:t>Small validation set</a:t>
          </a:r>
        </a:p>
      </dgm:t>
    </dgm:pt>
    <dgm:pt modelId="{4B563D46-C8CF-40DB-B9C3-F79A3E69EF91}" type="parTrans" cxnId="{365563F3-E3FB-4DCB-ACFF-2B7DB9A70C73}">
      <dgm:prSet/>
      <dgm:spPr/>
      <dgm:t>
        <a:bodyPr/>
        <a:lstStyle/>
        <a:p>
          <a:endParaRPr lang="en-US"/>
        </a:p>
      </dgm:t>
    </dgm:pt>
    <dgm:pt modelId="{C6F9953B-B54C-4758-A78F-16180178D7D0}" type="sibTrans" cxnId="{365563F3-E3FB-4DCB-ACFF-2B7DB9A70C73}">
      <dgm:prSet/>
      <dgm:spPr/>
      <dgm:t>
        <a:bodyPr/>
        <a:lstStyle/>
        <a:p>
          <a:endParaRPr lang="en-US"/>
        </a:p>
      </dgm:t>
    </dgm:pt>
    <dgm:pt modelId="{6DCFC501-EFA1-4D48-9DC2-C60EC0EF3335}">
      <dgm:prSet/>
      <dgm:spPr/>
      <dgm:t>
        <a:bodyPr/>
        <a:lstStyle/>
        <a:p>
          <a:pPr>
            <a:buNone/>
          </a:pPr>
          <a:r>
            <a:rPr lang="en-US"/>
            <a:t>No clinical context included (age, symptoms)</a:t>
          </a:r>
        </a:p>
      </dgm:t>
    </dgm:pt>
    <dgm:pt modelId="{87BCC1C8-2A96-4A85-B9BC-55CF0DC861EE}" type="parTrans" cxnId="{38481483-E1AC-4213-9AE7-BD5A869258BC}">
      <dgm:prSet/>
      <dgm:spPr/>
      <dgm:t>
        <a:bodyPr/>
        <a:lstStyle/>
        <a:p>
          <a:endParaRPr lang="en-US"/>
        </a:p>
      </dgm:t>
    </dgm:pt>
    <dgm:pt modelId="{52D14338-9382-45A7-8EC8-1735281DE948}" type="sibTrans" cxnId="{38481483-E1AC-4213-9AE7-BD5A869258BC}">
      <dgm:prSet/>
      <dgm:spPr/>
      <dgm:t>
        <a:bodyPr/>
        <a:lstStyle/>
        <a:p>
          <a:endParaRPr lang="en-US"/>
        </a:p>
      </dgm:t>
    </dgm:pt>
    <dgm:pt modelId="{90F23F75-AA14-4332-8801-CF17B5C4029A}" type="pres">
      <dgm:prSet presAssocID="{F440AAB2-6C34-49CC-A930-92A87F987370}" presName="linear" presStyleCnt="0">
        <dgm:presLayoutVars>
          <dgm:dir/>
          <dgm:animLvl val="lvl"/>
          <dgm:resizeHandles val="exact"/>
        </dgm:presLayoutVars>
      </dgm:prSet>
      <dgm:spPr/>
    </dgm:pt>
    <dgm:pt modelId="{E14D6C89-77F0-4183-B999-0D3D9B2B6E59}" type="pres">
      <dgm:prSet presAssocID="{B5D8F9ED-E130-4859-91CD-7FC94F64DBE6}" presName="parentLin" presStyleCnt="0"/>
      <dgm:spPr/>
    </dgm:pt>
    <dgm:pt modelId="{2ACEE82F-AC38-4C2F-A0E7-C0D2BC5AE6D8}" type="pres">
      <dgm:prSet presAssocID="{B5D8F9ED-E130-4859-91CD-7FC94F64DBE6}" presName="parentLeftMargin" presStyleLbl="node1" presStyleIdx="0" presStyleCnt="4"/>
      <dgm:spPr/>
    </dgm:pt>
    <dgm:pt modelId="{EB57AD2A-CED7-4216-889C-5607B9F08456}" type="pres">
      <dgm:prSet presAssocID="{B5D8F9ED-E130-4859-91CD-7FC94F64DB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86B17C-B299-4341-968A-4A88919573FE}" type="pres">
      <dgm:prSet presAssocID="{B5D8F9ED-E130-4859-91CD-7FC94F64DBE6}" presName="negativeSpace" presStyleCnt="0"/>
      <dgm:spPr/>
    </dgm:pt>
    <dgm:pt modelId="{84C5B78B-251B-4324-9989-D29594170E3A}" type="pres">
      <dgm:prSet presAssocID="{B5D8F9ED-E130-4859-91CD-7FC94F64DBE6}" presName="childText" presStyleLbl="conFgAcc1" presStyleIdx="0" presStyleCnt="4">
        <dgm:presLayoutVars>
          <dgm:bulletEnabled val="1"/>
        </dgm:presLayoutVars>
      </dgm:prSet>
      <dgm:spPr/>
    </dgm:pt>
    <dgm:pt modelId="{ED62D227-944E-471B-A6CA-3B0084BF9734}" type="pres">
      <dgm:prSet presAssocID="{F1E2B893-90BA-45D1-9A88-83956DB4E6BC}" presName="spaceBetweenRectangles" presStyleCnt="0"/>
      <dgm:spPr/>
    </dgm:pt>
    <dgm:pt modelId="{66E780A6-0214-4C10-A91B-62FE31438326}" type="pres">
      <dgm:prSet presAssocID="{47A363FD-94ED-486A-9BEF-F9D3F78CC227}" presName="parentLin" presStyleCnt="0"/>
      <dgm:spPr/>
    </dgm:pt>
    <dgm:pt modelId="{2980C2E7-2FD6-4DB1-A896-1A2D3BA7EE64}" type="pres">
      <dgm:prSet presAssocID="{47A363FD-94ED-486A-9BEF-F9D3F78CC227}" presName="parentLeftMargin" presStyleLbl="node1" presStyleIdx="0" presStyleCnt="4"/>
      <dgm:spPr/>
    </dgm:pt>
    <dgm:pt modelId="{760506A6-39F9-4C3B-B0DC-B379BEB7E298}" type="pres">
      <dgm:prSet presAssocID="{47A363FD-94ED-486A-9BEF-F9D3F78CC22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52F573-706B-4AD1-AE4A-D2F1F8F2585B}" type="pres">
      <dgm:prSet presAssocID="{47A363FD-94ED-486A-9BEF-F9D3F78CC227}" presName="negativeSpace" presStyleCnt="0"/>
      <dgm:spPr/>
    </dgm:pt>
    <dgm:pt modelId="{FC06E80F-63D4-4625-B1A5-84B0F969C904}" type="pres">
      <dgm:prSet presAssocID="{47A363FD-94ED-486A-9BEF-F9D3F78CC227}" presName="childText" presStyleLbl="conFgAcc1" presStyleIdx="1" presStyleCnt="4">
        <dgm:presLayoutVars>
          <dgm:bulletEnabled val="1"/>
        </dgm:presLayoutVars>
      </dgm:prSet>
      <dgm:spPr/>
    </dgm:pt>
    <dgm:pt modelId="{9FD96662-6A01-4C48-AE69-9A25A05F6308}" type="pres">
      <dgm:prSet presAssocID="{D03D453E-1763-48B4-B28A-32C6DDC21368}" presName="spaceBetweenRectangles" presStyleCnt="0"/>
      <dgm:spPr/>
    </dgm:pt>
    <dgm:pt modelId="{9427C42A-3F6E-42F1-9C59-C4A2535B7036}" type="pres">
      <dgm:prSet presAssocID="{33A06605-170C-4C5C-9826-A641BE2020EE}" presName="parentLin" presStyleCnt="0"/>
      <dgm:spPr/>
    </dgm:pt>
    <dgm:pt modelId="{E8AA3CF0-197F-4FBF-9F3C-17B5316E66F3}" type="pres">
      <dgm:prSet presAssocID="{33A06605-170C-4C5C-9826-A641BE2020EE}" presName="parentLeftMargin" presStyleLbl="node1" presStyleIdx="1" presStyleCnt="4"/>
      <dgm:spPr/>
    </dgm:pt>
    <dgm:pt modelId="{33E1F84B-9C9E-4352-A0A2-4036D40532F5}" type="pres">
      <dgm:prSet presAssocID="{33A06605-170C-4C5C-9826-A641BE2020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6641984-73C9-412E-8F7F-805022D38305}" type="pres">
      <dgm:prSet presAssocID="{33A06605-170C-4C5C-9826-A641BE2020EE}" presName="negativeSpace" presStyleCnt="0"/>
      <dgm:spPr/>
    </dgm:pt>
    <dgm:pt modelId="{9AC967CE-C0B4-44BD-BCCE-C3482C4B63A4}" type="pres">
      <dgm:prSet presAssocID="{33A06605-170C-4C5C-9826-A641BE2020EE}" presName="childText" presStyleLbl="conFgAcc1" presStyleIdx="2" presStyleCnt="4">
        <dgm:presLayoutVars>
          <dgm:bulletEnabled val="1"/>
        </dgm:presLayoutVars>
      </dgm:prSet>
      <dgm:spPr/>
    </dgm:pt>
    <dgm:pt modelId="{A248059E-B968-42D2-BF1A-D8365392D83E}" type="pres">
      <dgm:prSet presAssocID="{C6F9953B-B54C-4758-A78F-16180178D7D0}" presName="spaceBetweenRectangles" presStyleCnt="0"/>
      <dgm:spPr/>
    </dgm:pt>
    <dgm:pt modelId="{CA1960CC-309C-4884-A0CB-6EFCF480B070}" type="pres">
      <dgm:prSet presAssocID="{6DCFC501-EFA1-4D48-9DC2-C60EC0EF3335}" presName="parentLin" presStyleCnt="0"/>
      <dgm:spPr/>
    </dgm:pt>
    <dgm:pt modelId="{E357FBD6-3E77-4B46-A63E-25F8DE675B5E}" type="pres">
      <dgm:prSet presAssocID="{6DCFC501-EFA1-4D48-9DC2-C60EC0EF3335}" presName="parentLeftMargin" presStyleLbl="node1" presStyleIdx="2" presStyleCnt="4"/>
      <dgm:spPr/>
    </dgm:pt>
    <dgm:pt modelId="{DDED1205-9BEC-4448-81C2-8868CD2F5CEB}" type="pres">
      <dgm:prSet presAssocID="{6DCFC501-EFA1-4D48-9DC2-C60EC0EF333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BAC2E1-BC40-4681-90EA-2D18F6E2B319}" type="pres">
      <dgm:prSet presAssocID="{6DCFC501-EFA1-4D48-9DC2-C60EC0EF3335}" presName="negativeSpace" presStyleCnt="0"/>
      <dgm:spPr/>
    </dgm:pt>
    <dgm:pt modelId="{000DC821-48A0-46F2-B8D9-4C582B3826B3}" type="pres">
      <dgm:prSet presAssocID="{6DCFC501-EFA1-4D48-9DC2-C60EC0EF333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79AD506-EA93-457F-8853-7C1ED3B479C1}" type="presOf" srcId="{47A363FD-94ED-486A-9BEF-F9D3F78CC227}" destId="{2980C2E7-2FD6-4DB1-A896-1A2D3BA7EE64}" srcOrd="0" destOrd="0" presId="urn:microsoft.com/office/officeart/2005/8/layout/list1"/>
    <dgm:cxn modelId="{DEFC1D35-D07A-40C7-9D96-1947902BF6F8}" type="presOf" srcId="{47A363FD-94ED-486A-9BEF-F9D3F78CC227}" destId="{760506A6-39F9-4C3B-B0DC-B379BEB7E298}" srcOrd="1" destOrd="0" presId="urn:microsoft.com/office/officeart/2005/8/layout/list1"/>
    <dgm:cxn modelId="{EDDA9E3E-A7D6-4A5B-AB31-B0A3CCA376B3}" type="presOf" srcId="{B5D8F9ED-E130-4859-91CD-7FC94F64DBE6}" destId="{EB57AD2A-CED7-4216-889C-5607B9F08456}" srcOrd="1" destOrd="0" presId="urn:microsoft.com/office/officeart/2005/8/layout/list1"/>
    <dgm:cxn modelId="{1F924A5E-DF81-4B74-A5D7-6953B16FC233}" type="presOf" srcId="{33A06605-170C-4C5C-9826-A641BE2020EE}" destId="{E8AA3CF0-197F-4FBF-9F3C-17B5316E66F3}" srcOrd="0" destOrd="0" presId="urn:microsoft.com/office/officeart/2005/8/layout/list1"/>
    <dgm:cxn modelId="{96C9DD49-7C60-4701-AF30-8ECB826FB99F}" type="presOf" srcId="{F440AAB2-6C34-49CC-A930-92A87F987370}" destId="{90F23F75-AA14-4332-8801-CF17B5C4029A}" srcOrd="0" destOrd="0" presId="urn:microsoft.com/office/officeart/2005/8/layout/list1"/>
    <dgm:cxn modelId="{2CBC5973-A3AD-4761-B943-6756BF9CBA34}" srcId="{F440AAB2-6C34-49CC-A930-92A87F987370}" destId="{47A363FD-94ED-486A-9BEF-F9D3F78CC227}" srcOrd="1" destOrd="0" parTransId="{39B63CFD-DEE9-4383-9477-D87920E1356F}" sibTransId="{D03D453E-1763-48B4-B28A-32C6DDC21368}"/>
    <dgm:cxn modelId="{38481483-E1AC-4213-9AE7-BD5A869258BC}" srcId="{F440AAB2-6C34-49CC-A930-92A87F987370}" destId="{6DCFC501-EFA1-4D48-9DC2-C60EC0EF3335}" srcOrd="3" destOrd="0" parTransId="{87BCC1C8-2A96-4A85-B9BC-55CF0DC861EE}" sibTransId="{52D14338-9382-45A7-8EC8-1735281DE948}"/>
    <dgm:cxn modelId="{29395F8A-0858-4216-89F7-9A7F09600FE4}" srcId="{F440AAB2-6C34-49CC-A930-92A87F987370}" destId="{B5D8F9ED-E130-4859-91CD-7FC94F64DBE6}" srcOrd="0" destOrd="0" parTransId="{0F8DE870-FA20-4B66-A363-AECFC8E73FBF}" sibTransId="{F1E2B893-90BA-45D1-9A88-83956DB4E6BC}"/>
    <dgm:cxn modelId="{922A529B-D81D-4134-A439-5FA432EE5010}" type="presOf" srcId="{6DCFC501-EFA1-4D48-9DC2-C60EC0EF3335}" destId="{DDED1205-9BEC-4448-81C2-8868CD2F5CEB}" srcOrd="1" destOrd="0" presId="urn:microsoft.com/office/officeart/2005/8/layout/list1"/>
    <dgm:cxn modelId="{7C6633C5-0A14-43E3-8AC3-7B46FC2AA10A}" type="presOf" srcId="{33A06605-170C-4C5C-9826-A641BE2020EE}" destId="{33E1F84B-9C9E-4352-A0A2-4036D40532F5}" srcOrd="1" destOrd="0" presId="urn:microsoft.com/office/officeart/2005/8/layout/list1"/>
    <dgm:cxn modelId="{365563F3-E3FB-4DCB-ACFF-2B7DB9A70C73}" srcId="{F440AAB2-6C34-49CC-A930-92A87F987370}" destId="{33A06605-170C-4C5C-9826-A641BE2020EE}" srcOrd="2" destOrd="0" parTransId="{4B563D46-C8CF-40DB-B9C3-F79A3E69EF91}" sibTransId="{C6F9953B-B54C-4758-A78F-16180178D7D0}"/>
    <dgm:cxn modelId="{F0E342FA-60B8-4896-BE06-24395872EC6A}" type="presOf" srcId="{6DCFC501-EFA1-4D48-9DC2-C60EC0EF3335}" destId="{E357FBD6-3E77-4B46-A63E-25F8DE675B5E}" srcOrd="0" destOrd="0" presId="urn:microsoft.com/office/officeart/2005/8/layout/list1"/>
    <dgm:cxn modelId="{97BA92FC-E2C2-400E-A422-9241EF21D03C}" type="presOf" srcId="{B5D8F9ED-E130-4859-91CD-7FC94F64DBE6}" destId="{2ACEE82F-AC38-4C2F-A0E7-C0D2BC5AE6D8}" srcOrd="0" destOrd="0" presId="urn:microsoft.com/office/officeart/2005/8/layout/list1"/>
    <dgm:cxn modelId="{365E5257-1B51-4D29-AE16-D15B00AA28DE}" type="presParOf" srcId="{90F23F75-AA14-4332-8801-CF17B5C4029A}" destId="{E14D6C89-77F0-4183-B999-0D3D9B2B6E59}" srcOrd="0" destOrd="0" presId="urn:microsoft.com/office/officeart/2005/8/layout/list1"/>
    <dgm:cxn modelId="{A7F84BAC-697B-432A-BB29-FFDB926177A7}" type="presParOf" srcId="{E14D6C89-77F0-4183-B999-0D3D9B2B6E59}" destId="{2ACEE82F-AC38-4C2F-A0E7-C0D2BC5AE6D8}" srcOrd="0" destOrd="0" presId="urn:microsoft.com/office/officeart/2005/8/layout/list1"/>
    <dgm:cxn modelId="{C4D68B87-A5F9-4C83-8FF9-72E39A97C361}" type="presParOf" srcId="{E14D6C89-77F0-4183-B999-0D3D9B2B6E59}" destId="{EB57AD2A-CED7-4216-889C-5607B9F08456}" srcOrd="1" destOrd="0" presId="urn:microsoft.com/office/officeart/2005/8/layout/list1"/>
    <dgm:cxn modelId="{773FA8F1-8621-4B42-8A11-F7D7449E2807}" type="presParOf" srcId="{90F23F75-AA14-4332-8801-CF17B5C4029A}" destId="{1786B17C-B299-4341-968A-4A88919573FE}" srcOrd="1" destOrd="0" presId="urn:microsoft.com/office/officeart/2005/8/layout/list1"/>
    <dgm:cxn modelId="{22CF816F-2047-4976-9936-89CD2BF2E5DE}" type="presParOf" srcId="{90F23F75-AA14-4332-8801-CF17B5C4029A}" destId="{84C5B78B-251B-4324-9989-D29594170E3A}" srcOrd="2" destOrd="0" presId="urn:microsoft.com/office/officeart/2005/8/layout/list1"/>
    <dgm:cxn modelId="{8ACC58DA-078C-4DF7-A000-6983EF4FB731}" type="presParOf" srcId="{90F23F75-AA14-4332-8801-CF17B5C4029A}" destId="{ED62D227-944E-471B-A6CA-3B0084BF9734}" srcOrd="3" destOrd="0" presId="urn:microsoft.com/office/officeart/2005/8/layout/list1"/>
    <dgm:cxn modelId="{0E5ADCA7-F635-4731-87E0-C9FF5E59A4A9}" type="presParOf" srcId="{90F23F75-AA14-4332-8801-CF17B5C4029A}" destId="{66E780A6-0214-4C10-A91B-62FE31438326}" srcOrd="4" destOrd="0" presId="urn:microsoft.com/office/officeart/2005/8/layout/list1"/>
    <dgm:cxn modelId="{D26B1BE3-E2D1-495C-A6FB-A813F0972FA4}" type="presParOf" srcId="{66E780A6-0214-4C10-A91B-62FE31438326}" destId="{2980C2E7-2FD6-4DB1-A896-1A2D3BA7EE64}" srcOrd="0" destOrd="0" presId="urn:microsoft.com/office/officeart/2005/8/layout/list1"/>
    <dgm:cxn modelId="{611A4CBC-F5F7-4302-82EC-5BCD5393FBA8}" type="presParOf" srcId="{66E780A6-0214-4C10-A91B-62FE31438326}" destId="{760506A6-39F9-4C3B-B0DC-B379BEB7E298}" srcOrd="1" destOrd="0" presId="urn:microsoft.com/office/officeart/2005/8/layout/list1"/>
    <dgm:cxn modelId="{3909DB6D-93B8-4E34-A543-6F80F8805882}" type="presParOf" srcId="{90F23F75-AA14-4332-8801-CF17B5C4029A}" destId="{E052F573-706B-4AD1-AE4A-D2F1F8F2585B}" srcOrd="5" destOrd="0" presId="urn:microsoft.com/office/officeart/2005/8/layout/list1"/>
    <dgm:cxn modelId="{3656A89E-4250-4644-A1FD-7E708D8C3A62}" type="presParOf" srcId="{90F23F75-AA14-4332-8801-CF17B5C4029A}" destId="{FC06E80F-63D4-4625-B1A5-84B0F969C904}" srcOrd="6" destOrd="0" presId="urn:microsoft.com/office/officeart/2005/8/layout/list1"/>
    <dgm:cxn modelId="{62573CFD-BEFF-47F2-BF63-0199C938F293}" type="presParOf" srcId="{90F23F75-AA14-4332-8801-CF17B5C4029A}" destId="{9FD96662-6A01-4C48-AE69-9A25A05F6308}" srcOrd="7" destOrd="0" presId="urn:microsoft.com/office/officeart/2005/8/layout/list1"/>
    <dgm:cxn modelId="{DB4666CC-3C0A-4118-A2CB-827DD6D8AE15}" type="presParOf" srcId="{90F23F75-AA14-4332-8801-CF17B5C4029A}" destId="{9427C42A-3F6E-42F1-9C59-C4A2535B7036}" srcOrd="8" destOrd="0" presId="urn:microsoft.com/office/officeart/2005/8/layout/list1"/>
    <dgm:cxn modelId="{65254806-8438-4773-8347-C042CFAA9DFA}" type="presParOf" srcId="{9427C42A-3F6E-42F1-9C59-C4A2535B7036}" destId="{E8AA3CF0-197F-4FBF-9F3C-17B5316E66F3}" srcOrd="0" destOrd="0" presId="urn:microsoft.com/office/officeart/2005/8/layout/list1"/>
    <dgm:cxn modelId="{0A4B2819-2E2A-4E71-837B-676AA60F4449}" type="presParOf" srcId="{9427C42A-3F6E-42F1-9C59-C4A2535B7036}" destId="{33E1F84B-9C9E-4352-A0A2-4036D40532F5}" srcOrd="1" destOrd="0" presId="urn:microsoft.com/office/officeart/2005/8/layout/list1"/>
    <dgm:cxn modelId="{A1512C48-5DFC-491E-A334-720B7556D05D}" type="presParOf" srcId="{90F23F75-AA14-4332-8801-CF17B5C4029A}" destId="{86641984-73C9-412E-8F7F-805022D38305}" srcOrd="9" destOrd="0" presId="urn:microsoft.com/office/officeart/2005/8/layout/list1"/>
    <dgm:cxn modelId="{C940EFBE-6E17-462B-8336-2C43CF4B62CB}" type="presParOf" srcId="{90F23F75-AA14-4332-8801-CF17B5C4029A}" destId="{9AC967CE-C0B4-44BD-BCCE-C3482C4B63A4}" srcOrd="10" destOrd="0" presId="urn:microsoft.com/office/officeart/2005/8/layout/list1"/>
    <dgm:cxn modelId="{FE9B3AEF-35CC-4222-9AB7-37579BF646CD}" type="presParOf" srcId="{90F23F75-AA14-4332-8801-CF17B5C4029A}" destId="{A248059E-B968-42D2-BF1A-D8365392D83E}" srcOrd="11" destOrd="0" presId="urn:microsoft.com/office/officeart/2005/8/layout/list1"/>
    <dgm:cxn modelId="{999195D5-7879-452C-A23B-A86E1DD1CDD6}" type="presParOf" srcId="{90F23F75-AA14-4332-8801-CF17B5C4029A}" destId="{CA1960CC-309C-4884-A0CB-6EFCF480B070}" srcOrd="12" destOrd="0" presId="urn:microsoft.com/office/officeart/2005/8/layout/list1"/>
    <dgm:cxn modelId="{6C238147-708D-4DAD-8BE4-E03128B3AF67}" type="presParOf" srcId="{CA1960CC-309C-4884-A0CB-6EFCF480B070}" destId="{E357FBD6-3E77-4B46-A63E-25F8DE675B5E}" srcOrd="0" destOrd="0" presId="urn:microsoft.com/office/officeart/2005/8/layout/list1"/>
    <dgm:cxn modelId="{04166F0C-7CE3-48EE-A9C5-DDB74879900E}" type="presParOf" srcId="{CA1960CC-309C-4884-A0CB-6EFCF480B070}" destId="{DDED1205-9BEC-4448-81C2-8868CD2F5CEB}" srcOrd="1" destOrd="0" presId="urn:microsoft.com/office/officeart/2005/8/layout/list1"/>
    <dgm:cxn modelId="{26FC97C0-CDA7-4331-A063-F9FE16A874BE}" type="presParOf" srcId="{90F23F75-AA14-4332-8801-CF17B5C4029A}" destId="{5DBAC2E1-BC40-4681-90EA-2D18F6E2B319}" srcOrd="13" destOrd="0" presId="urn:microsoft.com/office/officeart/2005/8/layout/list1"/>
    <dgm:cxn modelId="{CE2D836C-F7F4-429E-A445-8FA71CE4CB67}" type="presParOf" srcId="{90F23F75-AA14-4332-8801-CF17B5C4029A}" destId="{000DC821-48A0-46F2-B8D9-4C582B3826B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3AB79-45C8-4FC3-9600-E1F456075DF7}">
      <dsp:nvSpPr>
        <dsp:cNvPr id="0" name=""/>
        <dsp:cNvSpPr/>
      </dsp:nvSpPr>
      <dsp:spPr>
        <a:xfrm>
          <a:off x="6481167" y="2972281"/>
          <a:ext cx="1469714" cy="349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327"/>
              </a:lnTo>
              <a:lnTo>
                <a:pt x="1469714" y="238327"/>
              </a:lnTo>
              <a:lnTo>
                <a:pt x="1469714" y="3497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F2C4B-128E-4D08-9562-7B2FAD3368E2}">
      <dsp:nvSpPr>
        <dsp:cNvPr id="0" name=""/>
        <dsp:cNvSpPr/>
      </dsp:nvSpPr>
      <dsp:spPr>
        <a:xfrm>
          <a:off x="6435447" y="2972281"/>
          <a:ext cx="91440" cy="3497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97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B579D-69A4-49D3-B41B-5979C9708FEE}">
      <dsp:nvSpPr>
        <dsp:cNvPr id="0" name=""/>
        <dsp:cNvSpPr/>
      </dsp:nvSpPr>
      <dsp:spPr>
        <a:xfrm>
          <a:off x="5011452" y="2972281"/>
          <a:ext cx="1469714" cy="349725"/>
        </a:xfrm>
        <a:custGeom>
          <a:avLst/>
          <a:gdLst/>
          <a:ahLst/>
          <a:cxnLst/>
          <a:rect l="0" t="0" r="0" b="0"/>
          <a:pathLst>
            <a:path>
              <a:moveTo>
                <a:pt x="1469714" y="0"/>
              </a:moveTo>
              <a:lnTo>
                <a:pt x="1469714" y="238327"/>
              </a:lnTo>
              <a:lnTo>
                <a:pt x="0" y="238327"/>
              </a:lnTo>
              <a:lnTo>
                <a:pt x="0" y="3497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89361-0347-4836-98EA-68AC3B6B5283}">
      <dsp:nvSpPr>
        <dsp:cNvPr id="0" name=""/>
        <dsp:cNvSpPr/>
      </dsp:nvSpPr>
      <dsp:spPr>
        <a:xfrm>
          <a:off x="1060" y="2208698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AC6CB82-6DC1-414C-AA58-D1EC2DE66D2C}">
      <dsp:nvSpPr>
        <dsp:cNvPr id="0" name=""/>
        <dsp:cNvSpPr/>
      </dsp:nvSpPr>
      <dsp:spPr>
        <a:xfrm>
          <a:off x="134670" y="2335628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Pneumonia is one of the leading causes of hospitalization and mortality.</a:t>
          </a:r>
          <a:br>
            <a:rPr lang="en-US" sz="700" kern="1200"/>
          </a:br>
          <a:r>
            <a:rPr lang="en-US" sz="700" kern="1200"/>
            <a:t>Chest X-ray interpretation is:</a:t>
          </a:r>
        </a:p>
      </dsp:txBody>
      <dsp:txXfrm>
        <a:off x="157035" y="2357993"/>
        <a:ext cx="1157764" cy="718853"/>
      </dsp:txXfrm>
    </dsp:sp>
    <dsp:sp modelId="{4B3592F6-CC49-4EE8-B5F1-C8FF9F2299C1}">
      <dsp:nvSpPr>
        <dsp:cNvPr id="0" name=""/>
        <dsp:cNvSpPr/>
      </dsp:nvSpPr>
      <dsp:spPr>
        <a:xfrm>
          <a:off x="1470775" y="2208698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9EC33B-FC7F-46C3-A9C5-77DBBA583057}">
      <dsp:nvSpPr>
        <dsp:cNvPr id="0" name=""/>
        <dsp:cNvSpPr/>
      </dsp:nvSpPr>
      <dsp:spPr>
        <a:xfrm>
          <a:off x="1604385" y="2335628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Time-consuming</a:t>
          </a:r>
        </a:p>
      </dsp:txBody>
      <dsp:txXfrm>
        <a:off x="1626750" y="2357993"/>
        <a:ext cx="1157764" cy="718853"/>
      </dsp:txXfrm>
    </dsp:sp>
    <dsp:sp modelId="{E88C3F8E-3A57-44BC-9475-50B577715598}">
      <dsp:nvSpPr>
        <dsp:cNvPr id="0" name=""/>
        <dsp:cNvSpPr/>
      </dsp:nvSpPr>
      <dsp:spPr>
        <a:xfrm>
          <a:off x="2940490" y="2208698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230D5C-BDA1-449F-BB9F-B0021A344486}">
      <dsp:nvSpPr>
        <dsp:cNvPr id="0" name=""/>
        <dsp:cNvSpPr/>
      </dsp:nvSpPr>
      <dsp:spPr>
        <a:xfrm>
          <a:off x="3074100" y="2335628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Requires expert radiologists</a:t>
          </a:r>
        </a:p>
      </dsp:txBody>
      <dsp:txXfrm>
        <a:off x="3096465" y="2357993"/>
        <a:ext cx="1157764" cy="718853"/>
      </dsp:txXfrm>
    </dsp:sp>
    <dsp:sp modelId="{56C4B5FB-76FB-4253-9657-625D8964DD9B}">
      <dsp:nvSpPr>
        <dsp:cNvPr id="0" name=""/>
        <dsp:cNvSpPr/>
      </dsp:nvSpPr>
      <dsp:spPr>
        <a:xfrm>
          <a:off x="4410205" y="2208698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DF5B23-D694-48AE-A227-6BF3E15846C1}">
      <dsp:nvSpPr>
        <dsp:cNvPr id="0" name=""/>
        <dsp:cNvSpPr/>
      </dsp:nvSpPr>
      <dsp:spPr>
        <a:xfrm>
          <a:off x="4543815" y="2335628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Subjective, sometimes inconsistent</a:t>
          </a:r>
        </a:p>
      </dsp:txBody>
      <dsp:txXfrm>
        <a:off x="4566180" y="2357993"/>
        <a:ext cx="1157764" cy="718853"/>
      </dsp:txXfrm>
    </dsp:sp>
    <dsp:sp modelId="{FAB4509F-ADD0-46CE-A254-8794AA7A51FE}">
      <dsp:nvSpPr>
        <dsp:cNvPr id="0" name=""/>
        <dsp:cNvSpPr/>
      </dsp:nvSpPr>
      <dsp:spPr>
        <a:xfrm>
          <a:off x="5879920" y="2208698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DA1A59-D562-403C-BFED-AFB0F7A40998}">
      <dsp:nvSpPr>
        <dsp:cNvPr id="0" name=""/>
        <dsp:cNvSpPr/>
      </dsp:nvSpPr>
      <dsp:spPr>
        <a:xfrm>
          <a:off x="6013530" y="2335628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Goal:</a:t>
          </a:r>
          <a:endParaRPr lang="en-US" sz="700" kern="1200"/>
        </a:p>
      </dsp:txBody>
      <dsp:txXfrm>
        <a:off x="6035895" y="2357993"/>
        <a:ext cx="1157764" cy="718853"/>
      </dsp:txXfrm>
    </dsp:sp>
    <dsp:sp modelId="{840DDD3F-EF02-4DE0-B64D-6196AA924C4A}">
      <dsp:nvSpPr>
        <dsp:cNvPr id="0" name=""/>
        <dsp:cNvSpPr/>
      </dsp:nvSpPr>
      <dsp:spPr>
        <a:xfrm>
          <a:off x="4410205" y="3322007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8FD5B6-148C-4D9B-B0E0-C65F3973A4B7}">
      <dsp:nvSpPr>
        <dsp:cNvPr id="0" name=""/>
        <dsp:cNvSpPr/>
      </dsp:nvSpPr>
      <dsp:spPr>
        <a:xfrm>
          <a:off x="4543815" y="3448937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 a </a:t>
          </a:r>
          <a:r>
            <a:rPr lang="en-US" sz="700" b="1" kern="1200" dirty="0"/>
            <a:t>deep learning model</a:t>
          </a:r>
          <a:r>
            <a:rPr lang="en-US" sz="700" kern="1200" dirty="0"/>
            <a:t> that automatically classifies X-ray images into:</a:t>
          </a:r>
        </a:p>
      </dsp:txBody>
      <dsp:txXfrm>
        <a:off x="4566180" y="3471302"/>
        <a:ext cx="1157764" cy="718853"/>
      </dsp:txXfrm>
    </dsp:sp>
    <dsp:sp modelId="{70A80E8A-E4A3-49B6-BAAC-F44310E28B97}">
      <dsp:nvSpPr>
        <dsp:cNvPr id="0" name=""/>
        <dsp:cNvSpPr/>
      </dsp:nvSpPr>
      <dsp:spPr>
        <a:xfrm>
          <a:off x="5879920" y="3322007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41E688-8FC1-438B-84EB-0B38A478BF17}">
      <dsp:nvSpPr>
        <dsp:cNvPr id="0" name=""/>
        <dsp:cNvSpPr/>
      </dsp:nvSpPr>
      <dsp:spPr>
        <a:xfrm>
          <a:off x="6013530" y="3448937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Normal</a:t>
          </a:r>
          <a:endParaRPr lang="en-US" sz="700" kern="1200"/>
        </a:p>
      </dsp:txBody>
      <dsp:txXfrm>
        <a:off x="6035895" y="3471302"/>
        <a:ext cx="1157764" cy="718853"/>
      </dsp:txXfrm>
    </dsp:sp>
    <dsp:sp modelId="{6DF388A2-F06F-4AB2-8A41-5B64C4DD8CF6}">
      <dsp:nvSpPr>
        <dsp:cNvPr id="0" name=""/>
        <dsp:cNvSpPr/>
      </dsp:nvSpPr>
      <dsp:spPr>
        <a:xfrm>
          <a:off x="7349635" y="3322007"/>
          <a:ext cx="1202494" cy="763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2A596D2-D160-4FF8-8A13-F131A48B3130}">
      <dsp:nvSpPr>
        <dsp:cNvPr id="0" name=""/>
        <dsp:cNvSpPr/>
      </dsp:nvSpPr>
      <dsp:spPr>
        <a:xfrm>
          <a:off x="7483245" y="3448937"/>
          <a:ext cx="1202494" cy="763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Pneumonia</a:t>
          </a:r>
          <a:endParaRPr lang="en-US" sz="700" kern="1200"/>
        </a:p>
      </dsp:txBody>
      <dsp:txXfrm>
        <a:off x="7505610" y="3471302"/>
        <a:ext cx="1157764" cy="718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4C0F2-8C06-459A-A21C-86786E9BFECA}">
      <dsp:nvSpPr>
        <dsp:cNvPr id="0" name=""/>
        <dsp:cNvSpPr/>
      </dsp:nvSpPr>
      <dsp:spPr>
        <a:xfrm>
          <a:off x="0" y="681924"/>
          <a:ext cx="8229600" cy="12589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D408B-0CF7-4031-8259-E3CA56EEC951}">
      <dsp:nvSpPr>
        <dsp:cNvPr id="0" name=""/>
        <dsp:cNvSpPr/>
      </dsp:nvSpPr>
      <dsp:spPr>
        <a:xfrm>
          <a:off x="380828" y="965185"/>
          <a:ext cx="692415" cy="6924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CF8E7-A2AB-48ED-8D87-19545113110B}">
      <dsp:nvSpPr>
        <dsp:cNvPr id="0" name=""/>
        <dsp:cNvSpPr/>
      </dsp:nvSpPr>
      <dsp:spPr>
        <a:xfrm>
          <a:off x="1454073" y="681924"/>
          <a:ext cx="6775526" cy="1258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8" tIns="133238" rIns="133238" bIns="13323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Impact of the Project</a:t>
          </a:r>
          <a:endParaRPr lang="en-US" sz="1600" kern="1200"/>
        </a:p>
      </dsp:txBody>
      <dsp:txXfrm>
        <a:off x="1454073" y="681924"/>
        <a:ext cx="6775526" cy="1258937"/>
      </dsp:txXfrm>
    </dsp:sp>
    <dsp:sp modelId="{7149F293-7AE7-448B-A6D2-3ECE49E9D6C7}">
      <dsp:nvSpPr>
        <dsp:cNvPr id="0" name=""/>
        <dsp:cNvSpPr/>
      </dsp:nvSpPr>
      <dsp:spPr>
        <a:xfrm>
          <a:off x="0" y="2255596"/>
          <a:ext cx="8229600" cy="12589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F5331-E345-4CD4-94FB-E3059841DA22}">
      <dsp:nvSpPr>
        <dsp:cNvPr id="0" name=""/>
        <dsp:cNvSpPr/>
      </dsp:nvSpPr>
      <dsp:spPr>
        <a:xfrm>
          <a:off x="380828" y="2538857"/>
          <a:ext cx="692415" cy="6924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1FFE3-D41B-445A-A48F-305B559789B7}">
      <dsp:nvSpPr>
        <dsp:cNvPr id="0" name=""/>
        <dsp:cNvSpPr/>
      </dsp:nvSpPr>
      <dsp:spPr>
        <a:xfrm>
          <a:off x="1454073" y="2255596"/>
          <a:ext cx="6775526" cy="1258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8" tIns="133238" rIns="133238" bIns="13323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✔ Faster preliminary screening in hospitals</a:t>
          </a:r>
          <a:br>
            <a:rPr lang="en-US" sz="1600" kern="1200"/>
          </a:br>
          <a:r>
            <a:rPr lang="en-US" sz="1600" kern="1200"/>
            <a:t>✔ Reduces radiologist workload</a:t>
          </a:r>
          <a:br>
            <a:rPr lang="en-US" sz="1600" kern="1200"/>
          </a:br>
          <a:r>
            <a:rPr lang="en-US" sz="1600" kern="1200"/>
            <a:t>✔ Helps regions with limited medical expertise</a:t>
          </a:r>
          <a:br>
            <a:rPr lang="en-US" sz="1600" kern="1200"/>
          </a:br>
          <a:r>
            <a:rPr lang="en-US" sz="1600" kern="1200"/>
            <a:t>✔ Shows how AI can support real medical decisions</a:t>
          </a:r>
        </a:p>
      </dsp:txBody>
      <dsp:txXfrm>
        <a:off x="1454073" y="2255596"/>
        <a:ext cx="6775526" cy="1258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AD22D-86C2-451E-A06D-308D1247653E}">
      <dsp:nvSpPr>
        <dsp:cNvPr id="0" name=""/>
        <dsp:cNvSpPr/>
      </dsp:nvSpPr>
      <dsp:spPr>
        <a:xfrm>
          <a:off x="843950" y="2038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BBD45-4A13-4520-BC29-6E20CE768619}">
      <dsp:nvSpPr>
        <dsp:cNvPr id="0" name=""/>
        <dsp:cNvSpPr/>
      </dsp:nvSpPr>
      <dsp:spPr>
        <a:xfrm>
          <a:off x="1049614" y="207702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BD030-2CF4-4BF8-B61E-2E886F2A3055}">
      <dsp:nvSpPr>
        <dsp:cNvPr id="0" name=""/>
        <dsp:cNvSpPr/>
      </dsp:nvSpPr>
      <dsp:spPr>
        <a:xfrm>
          <a:off x="535454" y="1267663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Architecture Flow</a:t>
          </a:r>
          <a:endParaRPr lang="en-US" sz="1100" kern="1200"/>
        </a:p>
      </dsp:txBody>
      <dsp:txXfrm>
        <a:off x="535454" y="1267663"/>
        <a:ext cx="1582031" cy="632812"/>
      </dsp:txXfrm>
    </dsp:sp>
    <dsp:sp modelId="{B44B9E8C-7B2D-40D0-BF57-DFB7EFA6739C}">
      <dsp:nvSpPr>
        <dsp:cNvPr id="0" name=""/>
        <dsp:cNvSpPr/>
      </dsp:nvSpPr>
      <dsp:spPr>
        <a:xfrm>
          <a:off x="2702837" y="2038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A8332-0C8E-485F-B00E-638FF1FB3F7A}">
      <dsp:nvSpPr>
        <dsp:cNvPr id="0" name=""/>
        <dsp:cNvSpPr/>
      </dsp:nvSpPr>
      <dsp:spPr>
        <a:xfrm>
          <a:off x="2908501" y="207702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3A1C3-DFBF-4778-8614-EBCF6E7D581D}">
      <dsp:nvSpPr>
        <dsp:cNvPr id="0" name=""/>
        <dsp:cNvSpPr/>
      </dsp:nvSpPr>
      <dsp:spPr>
        <a:xfrm>
          <a:off x="2394341" y="1267663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Dataset → Preprocessing → CNN Model → Evaluation → Web App Deployment (Streamlit)</a:t>
          </a:r>
        </a:p>
      </dsp:txBody>
      <dsp:txXfrm>
        <a:off x="2394341" y="1267663"/>
        <a:ext cx="1582031" cy="632812"/>
      </dsp:txXfrm>
    </dsp:sp>
    <dsp:sp modelId="{B21D759A-CF02-4E1A-874B-C1D8752B3650}">
      <dsp:nvSpPr>
        <dsp:cNvPr id="0" name=""/>
        <dsp:cNvSpPr/>
      </dsp:nvSpPr>
      <dsp:spPr>
        <a:xfrm>
          <a:off x="4561723" y="2038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AC48A-3F0E-4BEC-A1BF-7F934ED589A5}">
      <dsp:nvSpPr>
        <dsp:cNvPr id="0" name=""/>
        <dsp:cNvSpPr/>
      </dsp:nvSpPr>
      <dsp:spPr>
        <a:xfrm>
          <a:off x="4767387" y="207702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E0C4B-7460-40EC-8C67-312098060B3E}">
      <dsp:nvSpPr>
        <dsp:cNvPr id="0" name=""/>
        <dsp:cNvSpPr/>
      </dsp:nvSpPr>
      <dsp:spPr>
        <a:xfrm>
          <a:off x="4253227" y="1267663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Technologies Used</a:t>
          </a:r>
          <a:endParaRPr lang="en-US" sz="1100" kern="1200"/>
        </a:p>
      </dsp:txBody>
      <dsp:txXfrm>
        <a:off x="4253227" y="1267663"/>
        <a:ext cx="1582031" cy="632812"/>
      </dsp:txXfrm>
    </dsp:sp>
    <dsp:sp modelId="{CFF78861-82F6-4DB8-AEE7-E7520368D1D3}">
      <dsp:nvSpPr>
        <dsp:cNvPr id="0" name=""/>
        <dsp:cNvSpPr/>
      </dsp:nvSpPr>
      <dsp:spPr>
        <a:xfrm>
          <a:off x="6420610" y="2038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A2812-B437-40B2-8CB2-42B4C411419F}">
      <dsp:nvSpPr>
        <dsp:cNvPr id="0" name=""/>
        <dsp:cNvSpPr/>
      </dsp:nvSpPr>
      <dsp:spPr>
        <a:xfrm>
          <a:off x="6626274" y="207702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26224-43B3-495D-B3B2-9D2E2211FA90}">
      <dsp:nvSpPr>
        <dsp:cNvPr id="0" name=""/>
        <dsp:cNvSpPr/>
      </dsp:nvSpPr>
      <dsp:spPr>
        <a:xfrm>
          <a:off x="6112114" y="1267663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Programming:</a:t>
          </a:r>
          <a:r>
            <a:rPr lang="en-US" sz="1100" kern="1200"/>
            <a:t> Python, NumPy, Pandas</a:t>
          </a:r>
        </a:p>
      </dsp:txBody>
      <dsp:txXfrm>
        <a:off x="6112114" y="1267663"/>
        <a:ext cx="1582031" cy="632812"/>
      </dsp:txXfrm>
    </dsp:sp>
    <dsp:sp modelId="{1EA3D49A-D32F-4F63-8B8A-933DD2A9EB75}">
      <dsp:nvSpPr>
        <dsp:cNvPr id="0" name=""/>
        <dsp:cNvSpPr/>
      </dsp:nvSpPr>
      <dsp:spPr>
        <a:xfrm>
          <a:off x="843950" y="2295983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1898D-4202-4345-9976-39310191F9C2}">
      <dsp:nvSpPr>
        <dsp:cNvPr id="0" name=""/>
        <dsp:cNvSpPr/>
      </dsp:nvSpPr>
      <dsp:spPr>
        <a:xfrm>
          <a:off x="1049614" y="2501647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4B296-E5A8-4453-946F-CA2B0FED80AC}">
      <dsp:nvSpPr>
        <dsp:cNvPr id="0" name=""/>
        <dsp:cNvSpPr/>
      </dsp:nvSpPr>
      <dsp:spPr>
        <a:xfrm>
          <a:off x="535454" y="356160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Modeling:</a:t>
          </a:r>
          <a:r>
            <a:rPr lang="en-US" sz="1100" kern="1200"/>
            <a:t> TensorFlow/Keras, CNN</a:t>
          </a:r>
        </a:p>
      </dsp:txBody>
      <dsp:txXfrm>
        <a:off x="535454" y="3561608"/>
        <a:ext cx="1582031" cy="632812"/>
      </dsp:txXfrm>
    </dsp:sp>
    <dsp:sp modelId="{C0C1BF87-7AD1-4B4F-A204-76BF7EC210E9}">
      <dsp:nvSpPr>
        <dsp:cNvPr id="0" name=""/>
        <dsp:cNvSpPr/>
      </dsp:nvSpPr>
      <dsp:spPr>
        <a:xfrm>
          <a:off x="2702837" y="2295983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FD8E3-565E-4243-9CD3-B2092A2165F2}">
      <dsp:nvSpPr>
        <dsp:cNvPr id="0" name=""/>
        <dsp:cNvSpPr/>
      </dsp:nvSpPr>
      <dsp:spPr>
        <a:xfrm>
          <a:off x="2908501" y="2501647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F189E-4D8B-4E63-8D83-F3E02BEE0700}">
      <dsp:nvSpPr>
        <dsp:cNvPr id="0" name=""/>
        <dsp:cNvSpPr/>
      </dsp:nvSpPr>
      <dsp:spPr>
        <a:xfrm>
          <a:off x="2394341" y="356160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Visualization:</a:t>
          </a:r>
          <a:r>
            <a:rPr lang="en-US" sz="1100" kern="1200"/>
            <a:t> Matplotlib, Seaborn</a:t>
          </a:r>
        </a:p>
      </dsp:txBody>
      <dsp:txXfrm>
        <a:off x="2394341" y="3561608"/>
        <a:ext cx="1582031" cy="632812"/>
      </dsp:txXfrm>
    </dsp:sp>
    <dsp:sp modelId="{759C1A51-A32C-4F48-9AC0-49D5840A4258}">
      <dsp:nvSpPr>
        <dsp:cNvPr id="0" name=""/>
        <dsp:cNvSpPr/>
      </dsp:nvSpPr>
      <dsp:spPr>
        <a:xfrm>
          <a:off x="4561723" y="2295983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8E6A3-BF05-486C-90FC-1E7BAE94766D}">
      <dsp:nvSpPr>
        <dsp:cNvPr id="0" name=""/>
        <dsp:cNvSpPr/>
      </dsp:nvSpPr>
      <dsp:spPr>
        <a:xfrm>
          <a:off x="4767387" y="2501647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8A6B3-AFC9-4AA8-8FE9-545BF24D91C2}">
      <dsp:nvSpPr>
        <dsp:cNvPr id="0" name=""/>
        <dsp:cNvSpPr/>
      </dsp:nvSpPr>
      <dsp:spPr>
        <a:xfrm>
          <a:off x="4253227" y="356160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Deployment:</a:t>
          </a:r>
          <a:r>
            <a:rPr lang="en-US" sz="1100" kern="1200"/>
            <a:t> Streamlit</a:t>
          </a:r>
        </a:p>
      </dsp:txBody>
      <dsp:txXfrm>
        <a:off x="4253227" y="3561608"/>
        <a:ext cx="1582031" cy="632812"/>
      </dsp:txXfrm>
    </dsp:sp>
    <dsp:sp modelId="{306F2E16-B188-4497-863A-7D008541E471}">
      <dsp:nvSpPr>
        <dsp:cNvPr id="0" name=""/>
        <dsp:cNvSpPr/>
      </dsp:nvSpPr>
      <dsp:spPr>
        <a:xfrm>
          <a:off x="6420610" y="2295983"/>
          <a:ext cx="965039" cy="96503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AA3AE-73FE-4E7C-B6FF-20654FF65F79}">
      <dsp:nvSpPr>
        <dsp:cNvPr id="0" name=""/>
        <dsp:cNvSpPr/>
      </dsp:nvSpPr>
      <dsp:spPr>
        <a:xfrm>
          <a:off x="6626274" y="2501647"/>
          <a:ext cx="553710" cy="55371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F804E-C16D-4FD0-A1B5-8E0B0BD19319}">
      <dsp:nvSpPr>
        <dsp:cNvPr id="0" name=""/>
        <dsp:cNvSpPr/>
      </dsp:nvSpPr>
      <dsp:spPr>
        <a:xfrm>
          <a:off x="6112114" y="356160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Environment:</a:t>
          </a:r>
          <a:r>
            <a:rPr lang="en-US" sz="1100" kern="1200"/>
            <a:t> Google Colab (GPU)</a:t>
          </a:r>
        </a:p>
      </dsp:txBody>
      <dsp:txXfrm>
        <a:off x="6112114" y="3561608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5B78B-251B-4324-9989-D29594170E3A}">
      <dsp:nvSpPr>
        <dsp:cNvPr id="0" name=""/>
        <dsp:cNvSpPr/>
      </dsp:nvSpPr>
      <dsp:spPr>
        <a:xfrm>
          <a:off x="0" y="559769"/>
          <a:ext cx="8229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7AD2A-CED7-4216-889C-5607B9F08456}">
      <dsp:nvSpPr>
        <dsp:cNvPr id="0" name=""/>
        <dsp:cNvSpPr/>
      </dsp:nvSpPr>
      <dsp:spPr>
        <a:xfrm>
          <a:off x="411480" y="249809"/>
          <a:ext cx="57607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Pediatric-only dataset</a:t>
          </a:r>
        </a:p>
      </dsp:txBody>
      <dsp:txXfrm>
        <a:off x="441742" y="280071"/>
        <a:ext cx="5700196" cy="559396"/>
      </dsp:txXfrm>
    </dsp:sp>
    <dsp:sp modelId="{FC06E80F-63D4-4625-B1A5-84B0F969C904}">
      <dsp:nvSpPr>
        <dsp:cNvPr id="0" name=""/>
        <dsp:cNvSpPr/>
      </dsp:nvSpPr>
      <dsp:spPr>
        <a:xfrm>
          <a:off x="0" y="1512329"/>
          <a:ext cx="8229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506A6-39F9-4C3B-B0DC-B379BEB7E298}">
      <dsp:nvSpPr>
        <dsp:cNvPr id="0" name=""/>
        <dsp:cNvSpPr/>
      </dsp:nvSpPr>
      <dsp:spPr>
        <a:xfrm>
          <a:off x="411480" y="1202369"/>
          <a:ext cx="57607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multi-disease classification (only pneumonia)</a:t>
          </a:r>
        </a:p>
      </dsp:txBody>
      <dsp:txXfrm>
        <a:off x="441742" y="1232631"/>
        <a:ext cx="5700196" cy="559396"/>
      </dsp:txXfrm>
    </dsp:sp>
    <dsp:sp modelId="{9AC967CE-C0B4-44BD-BCCE-C3482C4B63A4}">
      <dsp:nvSpPr>
        <dsp:cNvPr id="0" name=""/>
        <dsp:cNvSpPr/>
      </dsp:nvSpPr>
      <dsp:spPr>
        <a:xfrm>
          <a:off x="0" y="2464889"/>
          <a:ext cx="8229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1F84B-9C9E-4352-A0A2-4036D40532F5}">
      <dsp:nvSpPr>
        <dsp:cNvPr id="0" name=""/>
        <dsp:cNvSpPr/>
      </dsp:nvSpPr>
      <dsp:spPr>
        <a:xfrm>
          <a:off x="411480" y="2154929"/>
          <a:ext cx="57607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Small validation set</a:t>
          </a:r>
        </a:p>
      </dsp:txBody>
      <dsp:txXfrm>
        <a:off x="441742" y="2185191"/>
        <a:ext cx="5700196" cy="559396"/>
      </dsp:txXfrm>
    </dsp:sp>
    <dsp:sp modelId="{000DC821-48A0-46F2-B8D9-4C582B3826B3}">
      <dsp:nvSpPr>
        <dsp:cNvPr id="0" name=""/>
        <dsp:cNvSpPr/>
      </dsp:nvSpPr>
      <dsp:spPr>
        <a:xfrm>
          <a:off x="0" y="3417449"/>
          <a:ext cx="8229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D1205-9BEC-4448-81C2-8868CD2F5CEB}">
      <dsp:nvSpPr>
        <dsp:cNvPr id="0" name=""/>
        <dsp:cNvSpPr/>
      </dsp:nvSpPr>
      <dsp:spPr>
        <a:xfrm>
          <a:off x="411480" y="3107489"/>
          <a:ext cx="57607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clinical context included (age, symptoms)</a:t>
          </a:r>
        </a:p>
      </dsp:txBody>
      <dsp:txXfrm>
        <a:off x="441742" y="3137751"/>
        <a:ext cx="5700196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9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3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6117"/>
            <a:ext cx="3008313" cy="10816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86118"/>
            <a:ext cx="5111750" cy="5447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8168"/>
            <a:ext cx="3008313" cy="4366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9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4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3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29704"/>
            <a:ext cx="8229600" cy="4196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D96B-75CA-1841-90D5-B18FC898F6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2563" y="6356350"/>
            <a:ext cx="10948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86177"/>
            <a:ext cx="1749252" cy="402989"/>
          </a:xfrm>
          <a:prstGeom prst="rect">
            <a:avLst/>
          </a:prstGeom>
        </p:spPr>
      </p:pic>
      <p:pic>
        <p:nvPicPr>
          <p:cNvPr id="9" name="Picture 8" descr="corner-element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56155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35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7690" y="2286000"/>
            <a:ext cx="80686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77B4"/>
                </a:solidFill>
              </a:defRPr>
            </a:pPr>
            <a:r>
              <a:rPr lang="en-US" sz="3600" b="1" dirty="0"/>
              <a:t>Pneumonia Detection Using Chest X-Rays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393006" y="2946400"/>
            <a:ext cx="435798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rPr lang="en-US" sz="2400" b="1" dirty="0"/>
              <a:t>Instructor:</a:t>
            </a:r>
            <a:r>
              <a:rPr lang="en-US" sz="2400" dirty="0"/>
              <a:t> Dr. </a:t>
            </a:r>
            <a:r>
              <a:rPr lang="en-US" sz="2400" dirty="0" err="1"/>
              <a:t>Chaojie</a:t>
            </a:r>
            <a:r>
              <a:rPr lang="en-US" sz="2400" dirty="0"/>
              <a:t> (Jay) Wang</a:t>
            </a:r>
            <a:br>
              <a:rPr lang="en-US" sz="2400" dirty="0"/>
            </a:br>
            <a:r>
              <a:rPr lang="en-US" sz="2400" b="1" dirty="0"/>
              <a:t>Author:</a:t>
            </a:r>
            <a:r>
              <a:rPr lang="en-US" sz="2400" dirty="0"/>
              <a:t> Raheem Shaik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57CE91C-5786-45B0-890B-A3B64D3C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 dirty="0"/>
              <a:t>Problem Statement</a:t>
            </a:r>
            <a:br>
              <a:rPr lang="en-US" sz="3700" b="1" kern="1200" dirty="0"/>
            </a:br>
            <a:endParaRPr lang="en-US" sz="3700" kern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21208" y="4361688"/>
            <a:ext cx="8229600" cy="1673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extBox 5">
            <a:extLst>
              <a:ext uri="{FF2B5EF4-FFF2-40B4-BE49-F238E27FC236}">
                <a16:creationId xmlns:a16="http://schemas.microsoft.com/office/drawing/2014/main" id="{4A89DC35-C4D7-A8CC-CA15-FE485DD20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5311981"/>
              </p:ext>
            </p:extLst>
          </p:nvPr>
        </p:nvGraphicFramePr>
        <p:xfrm>
          <a:off x="228600" y="436781"/>
          <a:ext cx="8686800" cy="6421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Why This Matters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A3098-285E-CF66-9AF2-7BE7D123C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457153"/>
              </p:ext>
            </p:extLst>
          </p:nvPr>
        </p:nvGraphicFramePr>
        <p:xfrm>
          <a:off x="457200" y="1929704"/>
          <a:ext cx="8229600" cy="4196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08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b="1" kern="1200">
                <a:latin typeface="+mj-lt"/>
                <a:ea typeface="+mj-ea"/>
                <a:cs typeface="+mj-cs"/>
              </a:rPr>
              <a:t>Architecture &amp; Tools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7854539-B517-2958-8E0D-298F49C3CA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3116128"/>
              </p:ext>
            </p:extLst>
          </p:nvPr>
        </p:nvGraphicFramePr>
        <p:xfrm>
          <a:off x="457200" y="1929704"/>
          <a:ext cx="8229600" cy="4196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b="1" kern="1200">
                <a:latin typeface="+mj-lt"/>
                <a:ea typeface="+mj-ea"/>
                <a:cs typeface="+mj-cs"/>
              </a:rPr>
              <a:t>Data Overview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800" b="1"/>
              <a:t>Dataset: Kaggle Chest X-Ray Pneumonia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800"/>
              <a:t>~5,863 pediatric chest X-rays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800"/>
              <a:t>Two classes: NORMAL, PNEUMONIA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800"/>
              <a:t>Pre-labeled by radiologists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800"/>
              <a:t>Split into train/validation/test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>
                <a:solidFill>
                  <a:srgbClr val="323232"/>
                </a:solidFill>
              </a:defRPr>
            </a:pPr>
            <a:endParaRPr lang="en-US" sz="28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396E23-5F64-7B07-7545-91BE707FA2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90919" y="2210363"/>
            <a:ext cx="2953162" cy="330563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b="1" kern="1200" dirty="0">
                <a:latin typeface="+mj-lt"/>
                <a:ea typeface="+mj-ea"/>
                <a:cs typeface="+mj-cs"/>
              </a:rPr>
              <a:t>Data Dictionary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46780"/>
              </p:ext>
            </p:extLst>
          </p:nvPr>
        </p:nvGraphicFramePr>
        <p:xfrm>
          <a:off x="457200" y="2417199"/>
          <a:ext cx="8229602" cy="322147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873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355">
                  <a:extLst>
                    <a:ext uri="{9D8B030D-6E8A-4147-A177-3AD203B41FA5}">
                      <a16:colId xmlns:a16="http://schemas.microsoft.com/office/drawing/2014/main" val="4040902074"/>
                    </a:ext>
                  </a:extLst>
                </a:gridCol>
                <a:gridCol w="3709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Column Name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Type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Description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Courier New" panose="02070309020205020404" pitchFamily="49" charset="0"/>
                        </a:rPr>
                        <a:t>image_id</a:t>
                      </a:r>
                      <a:endParaRPr lang="en-US" sz="3100"/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String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File name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Courier New" panose="02070309020205020404" pitchFamily="49" charset="0"/>
                        </a:rPr>
                        <a:t>label</a:t>
                      </a:r>
                      <a:endParaRPr lang="en-US" sz="3100"/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Binary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0 = Normal, 1 = Pneumonia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Courier New" panose="02070309020205020404" pitchFamily="49" charset="0"/>
                        </a:rPr>
                        <a:t>pixel_data</a:t>
                      </a:r>
                      <a:endParaRPr lang="en-US" sz="3100"/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Image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/>
                        <a:t>Chest X-ray pixels</a:t>
                      </a:r>
                    </a:p>
                  </a:txBody>
                  <a:tcPr marL="156382" marR="156382" marT="78191" marB="781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7733" y="1105194"/>
            <a:ext cx="6468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77B4"/>
                </a:solidFill>
              </a:defRPr>
            </a:pPr>
            <a:r>
              <a:rPr dirty="0"/>
              <a:t>Class Distribution </a:t>
            </a:r>
          </a:p>
        </p:txBody>
      </p:sp>
      <p:pic>
        <p:nvPicPr>
          <p:cNvPr id="5" name="Picture 4" descr="A graph with numbers and a number of images&#10;&#10;AI-generated content may be incorrect.">
            <a:extLst>
              <a:ext uri="{FF2B5EF4-FFF2-40B4-BE49-F238E27FC236}">
                <a16:creationId xmlns:a16="http://schemas.microsoft.com/office/drawing/2014/main" id="{5D3BE4CD-52DF-D326-9071-B4309673D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3" y="1667940"/>
            <a:ext cx="3895352" cy="4297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3200" b="1" dirty="0"/>
              <a:t>Methodology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929704"/>
            <a:ext cx="8229600" cy="4196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Steps:</a:t>
            </a:r>
          </a:p>
          <a:p>
            <a:r>
              <a:rPr lang="en-US" sz="3200" dirty="0"/>
              <a:t>1️⃣ Load and explore dataset</a:t>
            </a:r>
            <a:br>
              <a:rPr lang="en-US" sz="3200" dirty="0"/>
            </a:br>
            <a:r>
              <a:rPr lang="en-US" sz="3200" dirty="0"/>
              <a:t>2️⃣ Preprocessing</a:t>
            </a:r>
            <a:br>
              <a:rPr lang="en-US" sz="3200" dirty="0"/>
            </a:br>
            <a:r>
              <a:rPr lang="en-US" sz="3200" dirty="0"/>
              <a:t>3️⃣ Build Baseline CNN</a:t>
            </a:r>
            <a:br>
              <a:rPr lang="en-US" sz="3200" dirty="0"/>
            </a:br>
            <a:r>
              <a:rPr lang="en-US" sz="3200" dirty="0"/>
              <a:t>4️⃣ Train/Test split</a:t>
            </a:r>
            <a:br>
              <a:rPr lang="en-US" sz="3200" dirty="0"/>
            </a:br>
            <a:r>
              <a:rPr lang="en-US" sz="3200" dirty="0"/>
              <a:t>5️⃣ Hyperparameter tuning</a:t>
            </a:r>
            <a:br>
              <a:rPr lang="en-US" sz="3200" dirty="0"/>
            </a:br>
            <a:r>
              <a:rPr lang="en-US" sz="3200" dirty="0"/>
              <a:t>6️⃣ Evaluate</a:t>
            </a:r>
            <a:br>
              <a:rPr lang="en-US" sz="3200" dirty="0"/>
            </a:br>
            <a:r>
              <a:rPr lang="en-US" sz="3200" dirty="0"/>
              <a:t>7️⃣ Build app for prediction</a:t>
            </a:r>
          </a:p>
          <a:p>
            <a:pPr>
              <a:spcBef>
                <a:spcPct val="20000"/>
              </a:spcBef>
              <a:defRPr sz="2000">
                <a:solidFill>
                  <a:srgbClr val="323232"/>
                </a:solidFill>
              </a:defRPr>
            </a:pP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855A-96A0-8FB9-5454-9390A209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E1078-B441-A3F3-4BE9-F27E3FAFB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9704"/>
            <a:ext cx="8229600" cy="419645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Baseline CNN: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Conv2D → </a:t>
            </a:r>
            <a:r>
              <a:rPr lang="en-US" sz="1800" dirty="0" err="1"/>
              <a:t>ReLU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 err="1"/>
              <a:t>MaxPooling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Conv2D → </a:t>
            </a:r>
            <a:r>
              <a:rPr lang="en-US" sz="1800" dirty="0" err="1"/>
              <a:t>ReLU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 err="1"/>
              <a:t>MaxPooling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Flatten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Dense (</a:t>
            </a:r>
            <a:r>
              <a:rPr lang="en-US" sz="1800" dirty="0" err="1"/>
              <a:t>ReLU</a:t>
            </a:r>
            <a:r>
              <a:rPr lang="en-US" sz="18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Dropout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Output (Sigmoid)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Training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Loss: Binary cross-entropy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Optimizer: Adam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Epochs: 10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137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b="1" kern="1200">
                <a:latin typeface="+mj-lt"/>
                <a:ea typeface="+mj-ea"/>
                <a:cs typeface="+mj-cs"/>
              </a:rPr>
              <a:t>Model Evaluation</a:t>
            </a:r>
            <a:endParaRPr lang="en-US" sz="44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471922"/>
              </p:ext>
            </p:extLst>
          </p:nvPr>
        </p:nvGraphicFramePr>
        <p:xfrm>
          <a:off x="457200" y="2137724"/>
          <a:ext cx="8229602" cy="378042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2272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878">
                  <a:extLst>
                    <a:ext uri="{9D8B030D-6E8A-4147-A177-3AD203B41FA5}">
                      <a16:colId xmlns:a16="http://schemas.microsoft.com/office/drawing/2014/main" val="3306781275"/>
                    </a:ext>
                  </a:extLst>
                </a:gridCol>
                <a:gridCol w="1271539">
                  <a:extLst>
                    <a:ext uri="{9D8B030D-6E8A-4147-A177-3AD203B41FA5}">
                      <a16:colId xmlns:a16="http://schemas.microsoft.com/office/drawing/2014/main" val="4094425623"/>
                    </a:ext>
                  </a:extLst>
                </a:gridCol>
                <a:gridCol w="161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marL="173047" marR="208295" marT="133113" marB="133113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marL="173047" marR="208295" marT="133113" marB="1331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Recall</a:t>
                      </a:r>
                    </a:p>
                  </a:txBody>
                  <a:tcPr marL="173047" marR="208295" marT="133113" marB="1331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marL="173047" marR="208295" marT="133113" marB="1331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Support</a:t>
                      </a:r>
                    </a:p>
                  </a:txBody>
                  <a:tcPr marL="173047" marR="208295" marT="133113" marB="1331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0.83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135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5253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PNEUMONIA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0.87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388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66304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523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06317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Macro Avg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523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Weighted Avg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73047" marR="208295" marT="133113" marB="1331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523</a:t>
                      </a:r>
                    </a:p>
                  </a:txBody>
                  <a:tcPr marL="173047" marR="208295" marT="133113" marB="1331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kern="1200">
                <a:latin typeface="+mj-lt"/>
                <a:ea typeface="+mj-ea"/>
                <a:cs typeface="+mj-cs"/>
              </a:rPr>
              <a:t>Confusion Matrix</a:t>
            </a:r>
          </a:p>
        </p:txBody>
      </p:sp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1DEDCF2A-3B17-05BA-1349-3B7FE4B2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27" y="1929704"/>
            <a:ext cx="5449945" cy="419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030" y="747650"/>
            <a:ext cx="5943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77B4"/>
                </a:solidFill>
              </a:defRPr>
            </a:pPr>
            <a:r>
              <a:rPr lang="en-US" sz="3200" b="1" dirty="0"/>
              <a:t>Model Demo</a:t>
            </a:r>
            <a:endParaRPr dirty="0"/>
          </a:p>
        </p:txBody>
      </p:sp>
      <p:pic>
        <p:nvPicPr>
          <p:cNvPr id="6" name="Picture 5" descr="A screenshot of a medical app&#10;&#10;AI-generated content may be incorrect.">
            <a:extLst>
              <a:ext uri="{FF2B5EF4-FFF2-40B4-BE49-F238E27FC236}">
                <a16:creationId xmlns:a16="http://schemas.microsoft.com/office/drawing/2014/main" id="{CE74E156-9617-6972-2E8B-7AF847EF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87" y="1332425"/>
            <a:ext cx="5804162" cy="3165010"/>
          </a:xfrm>
          <a:prstGeom prst="rect">
            <a:avLst/>
          </a:prstGeom>
        </p:spPr>
      </p:pic>
      <p:pic>
        <p:nvPicPr>
          <p:cNvPr id="8" name="Picture 7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1E12A4C7-BC11-408C-791E-D4DDC892F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300" y="4807250"/>
            <a:ext cx="5853249" cy="12585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Limitations</a:t>
            </a:r>
            <a:br>
              <a:rPr lang="en-US" b="1" dirty="0"/>
            </a:br>
            <a:endParaRPr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C1889F5-C5C8-2543-2CA5-8A5D6F004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70"/>
              </p:ext>
            </p:extLst>
          </p:nvPr>
        </p:nvGraphicFramePr>
        <p:xfrm>
          <a:off x="457200" y="1929704"/>
          <a:ext cx="8229600" cy="4196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715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77B4"/>
                </a:solidFill>
              </a:defRPr>
            </a:pPr>
            <a:r>
              <a:rPr lang="en-US" sz="4400" kern="1200">
                <a:latin typeface="+mj-lt"/>
                <a:ea typeface="+mj-ea"/>
                <a:cs typeface="+mj-cs"/>
              </a:rPr>
              <a:t>Conclusions &amp; 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FA6B0-12BA-B293-EE27-2920BC4F2FC0}"/>
              </a:ext>
            </a:extLst>
          </p:cNvPr>
          <p:cNvSpPr txBox="1"/>
          <p:nvPr/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b="1"/>
              <a:t>Future Work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/>
              <a:t>Use </a:t>
            </a:r>
            <a:r>
              <a:rPr lang="en-US" sz="2400" b="1"/>
              <a:t>larger &amp; adult datasets</a:t>
            </a:r>
            <a:endParaRPr lang="en-US" sz="240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/>
              <a:t>Try pretrained models: </a:t>
            </a:r>
            <a:r>
              <a:rPr lang="en-US" sz="2400" b="1"/>
              <a:t>ResNet, EfficientNet, VGG16</a:t>
            </a:r>
            <a:endParaRPr lang="en-US" sz="240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/>
              <a:t>Add </a:t>
            </a:r>
            <a:r>
              <a:rPr lang="en-US" sz="2400" b="1"/>
              <a:t>Grad-CAM explainability</a:t>
            </a:r>
            <a:r>
              <a:rPr lang="en-US" sz="2400"/>
              <a:t> (after fixing model architecture)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/>
              <a:t>Deploy as </a:t>
            </a:r>
            <a:r>
              <a:rPr lang="en-US" sz="2400" b="1"/>
              <a:t>web API</a:t>
            </a:r>
            <a:r>
              <a:rPr lang="en-US" sz="2400"/>
              <a:t> for hospitals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/>
              <a:t>Add multi-class predictions (TB, COVID, etc.)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B912F-9960-DC79-16B3-5D0FFF16A649}"/>
              </a:ext>
            </a:extLst>
          </p:cNvPr>
          <p:cNvSpPr txBox="1"/>
          <p:nvPr/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600" b="1"/>
              <a:t>Conclusion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600"/>
              <a:t>CNNs can classify pneumonia from X-rays with high accuracy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600"/>
              <a:t>Deep learning can support radiologists in early diagnosis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600"/>
              <a:t>Project demonstrates ML workflow end-to-end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600"/>
              <a:t>Successfully built a </a:t>
            </a:r>
            <a:r>
              <a:rPr lang="en-US" sz="2600" b="1"/>
              <a:t>functional medical AI app</a:t>
            </a:r>
            <a:endParaRPr 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415</Words>
  <Application>Microsoft Office PowerPoint</Application>
  <PresentationFormat>On-screen Show (4:3)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Problem Statement </vt:lpstr>
      <vt:lpstr>Why This Matters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Architecture</vt:lpstr>
      <vt:lpstr>PowerPoint Presentation</vt:lpstr>
      <vt:lpstr>PowerPoint Presentation</vt:lpstr>
      <vt:lpstr>PowerPoint Presentation</vt:lpstr>
      <vt:lpstr>Limitations </vt:lpstr>
      <vt:lpstr>PowerPoint Presentation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Raheem Shaik</cp:lastModifiedBy>
  <cp:revision>5</cp:revision>
  <dcterms:created xsi:type="dcterms:W3CDTF">2019-12-12T13:31:42Z</dcterms:created>
  <dcterms:modified xsi:type="dcterms:W3CDTF">2025-12-04T23:18:08Z</dcterms:modified>
</cp:coreProperties>
</file>